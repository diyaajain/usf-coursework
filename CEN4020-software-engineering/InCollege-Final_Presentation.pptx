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0" r:id="rId1"/>
  </p:sldMasterIdLst>
  <p:notesMasterIdLst>
    <p:notesMasterId r:id="rId29"/>
  </p:notesMasterIdLst>
  <p:sldIdLst>
    <p:sldId id="256" r:id="rId2"/>
    <p:sldId id="287" r:id="rId3"/>
    <p:sldId id="263" r:id="rId4"/>
    <p:sldId id="264" r:id="rId5"/>
    <p:sldId id="265" r:id="rId6"/>
    <p:sldId id="266" r:id="rId7"/>
    <p:sldId id="267" r:id="rId8"/>
    <p:sldId id="268" r:id="rId9"/>
    <p:sldId id="269" r:id="rId10"/>
    <p:sldId id="270" r:id="rId11"/>
    <p:sldId id="272" r:id="rId12"/>
    <p:sldId id="271" r:id="rId13"/>
    <p:sldId id="273" r:id="rId14"/>
    <p:sldId id="274" r:id="rId15"/>
    <p:sldId id="275" r:id="rId16"/>
    <p:sldId id="276" r:id="rId17"/>
    <p:sldId id="278" r:id="rId18"/>
    <p:sldId id="277" r:id="rId19"/>
    <p:sldId id="279" r:id="rId20"/>
    <p:sldId id="280" r:id="rId21"/>
    <p:sldId id="281" r:id="rId22"/>
    <p:sldId id="262" r:id="rId23"/>
    <p:sldId id="282" r:id="rId24"/>
    <p:sldId id="283" r:id="rId25"/>
    <p:sldId id="284" r:id="rId26"/>
    <p:sldId id="285" r:id="rId27"/>
    <p:sldId id="286"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B794CB-D131-9743-B087-DC1577EE9521}" v="941" dt="2023-11-16T15:31:22.907"/>
    <p1510:client id="{6173AC99-FE54-3C4D-ABC9-6767AE336C56}" v="244" dt="2023-11-16T17:54:58.224"/>
    <p1510:client id="{6C792F0E-8199-789D-CE4B-892A5BF96F03}" v="487" dt="2023-11-16T17:53:46.6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7CFE6B-7D20-4588-8893-F0589232250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784F59C-023A-460A-8BE2-6773C8AECDFA}">
      <dgm:prSet/>
      <dgm:spPr/>
      <dgm:t>
        <a:bodyPr/>
        <a:lstStyle/>
        <a:p>
          <a:pPr>
            <a:lnSpc>
              <a:spcPct val="100000"/>
            </a:lnSpc>
          </a:pPr>
          <a:r>
            <a:rPr lang="en-US"/>
            <a:t>Wide range of scenarios are tested to verify many features of the application, including friend requests, job posts, account administration, login, profile settings, and privacy regulations.</a:t>
          </a:r>
        </a:p>
      </dgm:t>
    </dgm:pt>
    <dgm:pt modelId="{1DA862F5-14D5-4F30-9E6C-4224A6B8DACD}" type="parTrans" cxnId="{A36E0F4F-E063-4691-A5DE-8014410E4116}">
      <dgm:prSet/>
      <dgm:spPr/>
      <dgm:t>
        <a:bodyPr/>
        <a:lstStyle/>
        <a:p>
          <a:endParaRPr lang="en-US"/>
        </a:p>
      </dgm:t>
    </dgm:pt>
    <dgm:pt modelId="{0F122B1A-CF77-48F6-9378-879B5913F446}" type="sibTrans" cxnId="{A36E0F4F-E063-4691-A5DE-8014410E4116}">
      <dgm:prSet/>
      <dgm:spPr/>
      <dgm:t>
        <a:bodyPr/>
        <a:lstStyle/>
        <a:p>
          <a:endParaRPr lang="en-US"/>
        </a:p>
      </dgm:t>
    </dgm:pt>
    <dgm:pt modelId="{60BA88F6-9854-43FF-A3D2-62FFC37F0515}">
      <dgm:prSet/>
      <dgm:spPr/>
      <dgm:t>
        <a:bodyPr/>
        <a:lstStyle/>
        <a:p>
          <a:pPr>
            <a:lnSpc>
              <a:spcPct val="100000"/>
            </a:lnSpc>
          </a:pPr>
          <a:r>
            <a:rPr lang="en-US"/>
            <a:t>Fixtures are used in each test case to create the required environment, supply input values, mimic user inputs, and make assertions on the output to guarantee that the program will behave as intended.</a:t>
          </a:r>
        </a:p>
      </dgm:t>
    </dgm:pt>
    <dgm:pt modelId="{B3A2D148-9DA1-40B9-8DA6-7E7827514A21}" type="parTrans" cxnId="{F40213D4-D069-4CFC-B266-53284D5CD48C}">
      <dgm:prSet/>
      <dgm:spPr/>
      <dgm:t>
        <a:bodyPr/>
        <a:lstStyle/>
        <a:p>
          <a:endParaRPr lang="en-US"/>
        </a:p>
      </dgm:t>
    </dgm:pt>
    <dgm:pt modelId="{911A110E-E3F9-4026-B805-C22B96F7E6B5}" type="sibTrans" cxnId="{F40213D4-D069-4CFC-B266-53284D5CD48C}">
      <dgm:prSet/>
      <dgm:spPr/>
      <dgm:t>
        <a:bodyPr/>
        <a:lstStyle/>
        <a:p>
          <a:endParaRPr lang="en-US"/>
        </a:p>
      </dgm:t>
    </dgm:pt>
    <dgm:pt modelId="{7A5E3659-92B6-49D4-8464-9606DC1F0445}">
      <dgm:prSet/>
      <dgm:spPr/>
      <dgm:t>
        <a:bodyPr/>
        <a:lstStyle/>
        <a:p>
          <a:pPr>
            <a:lnSpc>
              <a:spcPct val="100000"/>
            </a:lnSpc>
          </a:pPr>
          <a:r>
            <a:rPr lang="en-US"/>
            <a:t>The test cases exhibit a good variety and attempt to cover a wide range of potential circumstances, which adds to the program's overall robustness and reliability.</a:t>
          </a:r>
        </a:p>
      </dgm:t>
    </dgm:pt>
    <dgm:pt modelId="{BD9911BB-7D7F-4DA9-82C1-597CD0906F3D}" type="parTrans" cxnId="{76FB0BCE-4F35-46E8-AE78-7A1BEFB1759F}">
      <dgm:prSet/>
      <dgm:spPr/>
      <dgm:t>
        <a:bodyPr/>
        <a:lstStyle/>
        <a:p>
          <a:endParaRPr lang="en-US"/>
        </a:p>
      </dgm:t>
    </dgm:pt>
    <dgm:pt modelId="{BA4BE564-2D79-4C2A-B8D3-87B5871F1071}" type="sibTrans" cxnId="{76FB0BCE-4F35-46E8-AE78-7A1BEFB1759F}">
      <dgm:prSet/>
      <dgm:spPr/>
      <dgm:t>
        <a:bodyPr/>
        <a:lstStyle/>
        <a:p>
          <a:endParaRPr lang="en-US"/>
        </a:p>
      </dgm:t>
    </dgm:pt>
    <dgm:pt modelId="{F93D5AED-7AD3-444F-88F0-57FE66A1393D}" type="pres">
      <dgm:prSet presAssocID="{547CFE6B-7D20-4588-8893-F05892322506}" presName="root" presStyleCnt="0">
        <dgm:presLayoutVars>
          <dgm:dir/>
          <dgm:resizeHandles val="exact"/>
        </dgm:presLayoutVars>
      </dgm:prSet>
      <dgm:spPr/>
    </dgm:pt>
    <dgm:pt modelId="{63ED3809-90B5-41BB-A61B-7AFEA3F467CC}" type="pres">
      <dgm:prSet presAssocID="{C784F59C-023A-460A-8BE2-6773C8AECDFA}" presName="compNode" presStyleCnt="0"/>
      <dgm:spPr/>
    </dgm:pt>
    <dgm:pt modelId="{C2FD04E6-AFD0-4736-9DBC-78390F6727F0}" type="pres">
      <dgm:prSet presAssocID="{C784F59C-023A-460A-8BE2-6773C8AECDFA}" presName="bgRect" presStyleLbl="bgShp" presStyleIdx="0" presStyleCnt="3"/>
      <dgm:spPr/>
    </dgm:pt>
    <dgm:pt modelId="{1DA488FA-2807-4B0B-9FF7-4ABE38A35DDC}" type="pres">
      <dgm:prSet presAssocID="{C784F59C-023A-460A-8BE2-6773C8AECDF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2FD46D26-B8FE-41F3-AF49-0B1056804EE5}" type="pres">
      <dgm:prSet presAssocID="{C784F59C-023A-460A-8BE2-6773C8AECDFA}" presName="spaceRect" presStyleCnt="0"/>
      <dgm:spPr/>
    </dgm:pt>
    <dgm:pt modelId="{D5CFCCCC-42EA-4CF1-BA6C-C76E85724FB8}" type="pres">
      <dgm:prSet presAssocID="{C784F59C-023A-460A-8BE2-6773C8AECDFA}" presName="parTx" presStyleLbl="revTx" presStyleIdx="0" presStyleCnt="3">
        <dgm:presLayoutVars>
          <dgm:chMax val="0"/>
          <dgm:chPref val="0"/>
        </dgm:presLayoutVars>
      </dgm:prSet>
      <dgm:spPr/>
    </dgm:pt>
    <dgm:pt modelId="{2BA55630-5768-438F-A4DD-05DF58BF517F}" type="pres">
      <dgm:prSet presAssocID="{0F122B1A-CF77-48F6-9378-879B5913F446}" presName="sibTrans" presStyleCnt="0"/>
      <dgm:spPr/>
    </dgm:pt>
    <dgm:pt modelId="{D8E46D3F-6382-4631-B8B1-1BDD20D26018}" type="pres">
      <dgm:prSet presAssocID="{60BA88F6-9854-43FF-A3D2-62FFC37F0515}" presName="compNode" presStyleCnt="0"/>
      <dgm:spPr/>
    </dgm:pt>
    <dgm:pt modelId="{02C72416-47CD-44F5-A892-358CD9C7E51A}" type="pres">
      <dgm:prSet presAssocID="{60BA88F6-9854-43FF-A3D2-62FFC37F0515}" presName="bgRect" presStyleLbl="bgShp" presStyleIdx="1" presStyleCnt="3"/>
      <dgm:spPr/>
    </dgm:pt>
    <dgm:pt modelId="{4CB12F69-CD9B-4482-ADB3-D0845A3B6200}" type="pres">
      <dgm:prSet presAssocID="{60BA88F6-9854-43FF-A3D2-62FFC37F051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4DEF1611-99C6-45CB-BB10-BB111B5CB20D}" type="pres">
      <dgm:prSet presAssocID="{60BA88F6-9854-43FF-A3D2-62FFC37F0515}" presName="spaceRect" presStyleCnt="0"/>
      <dgm:spPr/>
    </dgm:pt>
    <dgm:pt modelId="{7E18F8DD-12EC-40CC-B6B2-94A0FAA16C88}" type="pres">
      <dgm:prSet presAssocID="{60BA88F6-9854-43FF-A3D2-62FFC37F0515}" presName="parTx" presStyleLbl="revTx" presStyleIdx="1" presStyleCnt="3">
        <dgm:presLayoutVars>
          <dgm:chMax val="0"/>
          <dgm:chPref val="0"/>
        </dgm:presLayoutVars>
      </dgm:prSet>
      <dgm:spPr/>
    </dgm:pt>
    <dgm:pt modelId="{16E03B0E-734E-474D-A184-469634E1A615}" type="pres">
      <dgm:prSet presAssocID="{911A110E-E3F9-4026-B805-C22B96F7E6B5}" presName="sibTrans" presStyleCnt="0"/>
      <dgm:spPr/>
    </dgm:pt>
    <dgm:pt modelId="{2F39B825-1D87-493B-9CB3-ADF0AE6608F6}" type="pres">
      <dgm:prSet presAssocID="{7A5E3659-92B6-49D4-8464-9606DC1F0445}" presName="compNode" presStyleCnt="0"/>
      <dgm:spPr/>
    </dgm:pt>
    <dgm:pt modelId="{14C67753-AFE9-4ED4-B4B7-7B7E22CFC1A0}" type="pres">
      <dgm:prSet presAssocID="{7A5E3659-92B6-49D4-8464-9606DC1F0445}" presName="bgRect" presStyleLbl="bgShp" presStyleIdx="2" presStyleCnt="3"/>
      <dgm:spPr/>
    </dgm:pt>
    <dgm:pt modelId="{CAE3ABF8-1895-4E75-A988-305C4A5851DC}" type="pres">
      <dgm:prSet presAssocID="{7A5E3659-92B6-49D4-8464-9606DC1F044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esentation with Checklist"/>
        </a:ext>
      </dgm:extLst>
    </dgm:pt>
    <dgm:pt modelId="{517E9A37-B341-4D8D-81BD-71D55BE1F992}" type="pres">
      <dgm:prSet presAssocID="{7A5E3659-92B6-49D4-8464-9606DC1F0445}" presName="spaceRect" presStyleCnt="0"/>
      <dgm:spPr/>
    </dgm:pt>
    <dgm:pt modelId="{A63562FA-3A4C-47FA-B687-C3B63D150597}" type="pres">
      <dgm:prSet presAssocID="{7A5E3659-92B6-49D4-8464-9606DC1F0445}" presName="parTx" presStyleLbl="revTx" presStyleIdx="2" presStyleCnt="3">
        <dgm:presLayoutVars>
          <dgm:chMax val="0"/>
          <dgm:chPref val="0"/>
        </dgm:presLayoutVars>
      </dgm:prSet>
      <dgm:spPr/>
    </dgm:pt>
  </dgm:ptLst>
  <dgm:cxnLst>
    <dgm:cxn modelId="{60EBB54E-C588-4A26-B7BE-4E0FA4D42AD2}" type="presOf" srcId="{C784F59C-023A-460A-8BE2-6773C8AECDFA}" destId="{D5CFCCCC-42EA-4CF1-BA6C-C76E85724FB8}" srcOrd="0" destOrd="0" presId="urn:microsoft.com/office/officeart/2018/2/layout/IconVerticalSolidList"/>
    <dgm:cxn modelId="{A36E0F4F-E063-4691-A5DE-8014410E4116}" srcId="{547CFE6B-7D20-4588-8893-F05892322506}" destId="{C784F59C-023A-460A-8BE2-6773C8AECDFA}" srcOrd="0" destOrd="0" parTransId="{1DA862F5-14D5-4F30-9E6C-4224A6B8DACD}" sibTransId="{0F122B1A-CF77-48F6-9378-879B5913F446}"/>
    <dgm:cxn modelId="{B1BDD676-9C5F-49D2-8215-A7D261AC3A7C}" type="presOf" srcId="{60BA88F6-9854-43FF-A3D2-62FFC37F0515}" destId="{7E18F8DD-12EC-40CC-B6B2-94A0FAA16C88}" srcOrd="0" destOrd="0" presId="urn:microsoft.com/office/officeart/2018/2/layout/IconVerticalSolidList"/>
    <dgm:cxn modelId="{BFB2EDC4-30A7-452F-B482-43C7C3EAC233}" type="presOf" srcId="{547CFE6B-7D20-4588-8893-F05892322506}" destId="{F93D5AED-7AD3-444F-88F0-57FE66A1393D}" srcOrd="0" destOrd="0" presId="urn:microsoft.com/office/officeart/2018/2/layout/IconVerticalSolidList"/>
    <dgm:cxn modelId="{88351BCB-CB56-4944-BF71-389C04C580F2}" type="presOf" srcId="{7A5E3659-92B6-49D4-8464-9606DC1F0445}" destId="{A63562FA-3A4C-47FA-B687-C3B63D150597}" srcOrd="0" destOrd="0" presId="urn:microsoft.com/office/officeart/2018/2/layout/IconVerticalSolidList"/>
    <dgm:cxn modelId="{76FB0BCE-4F35-46E8-AE78-7A1BEFB1759F}" srcId="{547CFE6B-7D20-4588-8893-F05892322506}" destId="{7A5E3659-92B6-49D4-8464-9606DC1F0445}" srcOrd="2" destOrd="0" parTransId="{BD9911BB-7D7F-4DA9-82C1-597CD0906F3D}" sibTransId="{BA4BE564-2D79-4C2A-B8D3-87B5871F1071}"/>
    <dgm:cxn modelId="{F40213D4-D069-4CFC-B266-53284D5CD48C}" srcId="{547CFE6B-7D20-4588-8893-F05892322506}" destId="{60BA88F6-9854-43FF-A3D2-62FFC37F0515}" srcOrd="1" destOrd="0" parTransId="{B3A2D148-9DA1-40B9-8DA6-7E7827514A21}" sibTransId="{911A110E-E3F9-4026-B805-C22B96F7E6B5}"/>
    <dgm:cxn modelId="{3FFEF153-44E2-4D5B-854F-A92A32BE3F8A}" type="presParOf" srcId="{F93D5AED-7AD3-444F-88F0-57FE66A1393D}" destId="{63ED3809-90B5-41BB-A61B-7AFEA3F467CC}" srcOrd="0" destOrd="0" presId="urn:microsoft.com/office/officeart/2018/2/layout/IconVerticalSolidList"/>
    <dgm:cxn modelId="{16DBE0B1-8DF1-450E-99F9-DDA61279E7C2}" type="presParOf" srcId="{63ED3809-90B5-41BB-A61B-7AFEA3F467CC}" destId="{C2FD04E6-AFD0-4736-9DBC-78390F6727F0}" srcOrd="0" destOrd="0" presId="urn:microsoft.com/office/officeart/2018/2/layout/IconVerticalSolidList"/>
    <dgm:cxn modelId="{F0D1A50E-3962-455C-AB10-C650F94395FC}" type="presParOf" srcId="{63ED3809-90B5-41BB-A61B-7AFEA3F467CC}" destId="{1DA488FA-2807-4B0B-9FF7-4ABE38A35DDC}" srcOrd="1" destOrd="0" presId="urn:microsoft.com/office/officeart/2018/2/layout/IconVerticalSolidList"/>
    <dgm:cxn modelId="{6D1AB2EA-72AB-4B5F-8103-9900FA2483A6}" type="presParOf" srcId="{63ED3809-90B5-41BB-A61B-7AFEA3F467CC}" destId="{2FD46D26-B8FE-41F3-AF49-0B1056804EE5}" srcOrd="2" destOrd="0" presId="urn:microsoft.com/office/officeart/2018/2/layout/IconVerticalSolidList"/>
    <dgm:cxn modelId="{7464CD43-69CB-4295-B3B9-E9CBABA0DA56}" type="presParOf" srcId="{63ED3809-90B5-41BB-A61B-7AFEA3F467CC}" destId="{D5CFCCCC-42EA-4CF1-BA6C-C76E85724FB8}" srcOrd="3" destOrd="0" presId="urn:microsoft.com/office/officeart/2018/2/layout/IconVerticalSolidList"/>
    <dgm:cxn modelId="{42B91817-ECA8-4943-8205-B4ACA04796BE}" type="presParOf" srcId="{F93D5AED-7AD3-444F-88F0-57FE66A1393D}" destId="{2BA55630-5768-438F-A4DD-05DF58BF517F}" srcOrd="1" destOrd="0" presId="urn:microsoft.com/office/officeart/2018/2/layout/IconVerticalSolidList"/>
    <dgm:cxn modelId="{5CA1D175-F9BB-4215-9A40-CA6996BB0FBF}" type="presParOf" srcId="{F93D5AED-7AD3-444F-88F0-57FE66A1393D}" destId="{D8E46D3F-6382-4631-B8B1-1BDD20D26018}" srcOrd="2" destOrd="0" presId="urn:microsoft.com/office/officeart/2018/2/layout/IconVerticalSolidList"/>
    <dgm:cxn modelId="{8B9A91D1-5259-4C54-9927-260B4A1D36DC}" type="presParOf" srcId="{D8E46D3F-6382-4631-B8B1-1BDD20D26018}" destId="{02C72416-47CD-44F5-A892-358CD9C7E51A}" srcOrd="0" destOrd="0" presId="urn:microsoft.com/office/officeart/2018/2/layout/IconVerticalSolidList"/>
    <dgm:cxn modelId="{AA5B555B-0C75-4981-889B-9118301CACE4}" type="presParOf" srcId="{D8E46D3F-6382-4631-B8B1-1BDD20D26018}" destId="{4CB12F69-CD9B-4482-ADB3-D0845A3B6200}" srcOrd="1" destOrd="0" presId="urn:microsoft.com/office/officeart/2018/2/layout/IconVerticalSolidList"/>
    <dgm:cxn modelId="{4CE8542A-53DA-407B-8516-0FEC1ECD58A8}" type="presParOf" srcId="{D8E46D3F-6382-4631-B8B1-1BDD20D26018}" destId="{4DEF1611-99C6-45CB-BB10-BB111B5CB20D}" srcOrd="2" destOrd="0" presId="urn:microsoft.com/office/officeart/2018/2/layout/IconVerticalSolidList"/>
    <dgm:cxn modelId="{4DF12B01-6EC1-4479-B082-887EFA3F0DBB}" type="presParOf" srcId="{D8E46D3F-6382-4631-B8B1-1BDD20D26018}" destId="{7E18F8DD-12EC-40CC-B6B2-94A0FAA16C88}" srcOrd="3" destOrd="0" presId="urn:microsoft.com/office/officeart/2018/2/layout/IconVerticalSolidList"/>
    <dgm:cxn modelId="{645B9F91-4428-457A-847F-AF6E93584F23}" type="presParOf" srcId="{F93D5AED-7AD3-444F-88F0-57FE66A1393D}" destId="{16E03B0E-734E-474D-A184-469634E1A615}" srcOrd="3" destOrd="0" presId="urn:microsoft.com/office/officeart/2018/2/layout/IconVerticalSolidList"/>
    <dgm:cxn modelId="{A3C65022-3AB3-4AAF-84CB-065FFCE7AA04}" type="presParOf" srcId="{F93D5AED-7AD3-444F-88F0-57FE66A1393D}" destId="{2F39B825-1D87-493B-9CB3-ADF0AE6608F6}" srcOrd="4" destOrd="0" presId="urn:microsoft.com/office/officeart/2018/2/layout/IconVerticalSolidList"/>
    <dgm:cxn modelId="{2A7261C5-3CF7-42D8-926E-D6112BEA971F}" type="presParOf" srcId="{2F39B825-1D87-493B-9CB3-ADF0AE6608F6}" destId="{14C67753-AFE9-4ED4-B4B7-7B7E22CFC1A0}" srcOrd="0" destOrd="0" presId="urn:microsoft.com/office/officeart/2018/2/layout/IconVerticalSolidList"/>
    <dgm:cxn modelId="{DA861FFF-1DC3-4A52-AE40-D304079FD828}" type="presParOf" srcId="{2F39B825-1D87-493B-9CB3-ADF0AE6608F6}" destId="{CAE3ABF8-1895-4E75-A988-305C4A5851DC}" srcOrd="1" destOrd="0" presId="urn:microsoft.com/office/officeart/2018/2/layout/IconVerticalSolidList"/>
    <dgm:cxn modelId="{53C341C6-C7E4-40FC-AA22-1235427123AB}" type="presParOf" srcId="{2F39B825-1D87-493B-9CB3-ADF0AE6608F6}" destId="{517E9A37-B341-4D8D-81BD-71D55BE1F992}" srcOrd="2" destOrd="0" presId="urn:microsoft.com/office/officeart/2018/2/layout/IconVerticalSolidList"/>
    <dgm:cxn modelId="{6589BD3D-9F3B-4ED7-B63C-1B624E8EA8D0}" type="presParOf" srcId="{2F39B825-1D87-493B-9CB3-ADF0AE6608F6}" destId="{A63562FA-3A4C-47FA-B687-C3B63D15059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FD04E6-AFD0-4736-9DBC-78390F6727F0}">
      <dsp:nvSpPr>
        <dsp:cNvPr id="0" name=""/>
        <dsp:cNvSpPr/>
      </dsp:nvSpPr>
      <dsp:spPr>
        <a:xfrm>
          <a:off x="0" y="605"/>
          <a:ext cx="7912726" cy="14159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A488FA-2807-4B0B-9FF7-4ABE38A35DDC}">
      <dsp:nvSpPr>
        <dsp:cNvPr id="0" name=""/>
        <dsp:cNvSpPr/>
      </dsp:nvSpPr>
      <dsp:spPr>
        <a:xfrm>
          <a:off x="428328" y="319196"/>
          <a:ext cx="778779" cy="77877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CFCCCC-42EA-4CF1-BA6C-C76E85724FB8}">
      <dsp:nvSpPr>
        <dsp:cNvPr id="0" name=""/>
        <dsp:cNvSpPr/>
      </dsp:nvSpPr>
      <dsp:spPr>
        <a:xfrm>
          <a:off x="1635437" y="605"/>
          <a:ext cx="6277288" cy="14159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856" tIns="149856" rIns="149856" bIns="149856" numCol="1" spcCol="1270" anchor="ctr" anchorCtr="0">
          <a:noAutofit/>
        </a:bodyPr>
        <a:lstStyle/>
        <a:p>
          <a:pPr marL="0" lvl="0" indent="0" algn="l" defTabSz="800100">
            <a:lnSpc>
              <a:spcPct val="100000"/>
            </a:lnSpc>
            <a:spcBef>
              <a:spcPct val="0"/>
            </a:spcBef>
            <a:spcAft>
              <a:spcPct val="35000"/>
            </a:spcAft>
            <a:buNone/>
          </a:pPr>
          <a:r>
            <a:rPr lang="en-US" sz="1800" kern="1200"/>
            <a:t>Wide range of scenarios are tested to verify many features of the application, including friend requests, job posts, account administration, login, profile settings, and privacy regulations.</a:t>
          </a:r>
        </a:p>
      </dsp:txBody>
      <dsp:txXfrm>
        <a:off x="1635437" y="605"/>
        <a:ext cx="6277288" cy="1415962"/>
      </dsp:txXfrm>
    </dsp:sp>
    <dsp:sp modelId="{02C72416-47CD-44F5-A892-358CD9C7E51A}">
      <dsp:nvSpPr>
        <dsp:cNvPr id="0" name=""/>
        <dsp:cNvSpPr/>
      </dsp:nvSpPr>
      <dsp:spPr>
        <a:xfrm>
          <a:off x="0" y="1770558"/>
          <a:ext cx="7912726" cy="14159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B12F69-CD9B-4482-ADB3-D0845A3B6200}">
      <dsp:nvSpPr>
        <dsp:cNvPr id="0" name=""/>
        <dsp:cNvSpPr/>
      </dsp:nvSpPr>
      <dsp:spPr>
        <a:xfrm>
          <a:off x="428328" y="2089150"/>
          <a:ext cx="778779" cy="77877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18F8DD-12EC-40CC-B6B2-94A0FAA16C88}">
      <dsp:nvSpPr>
        <dsp:cNvPr id="0" name=""/>
        <dsp:cNvSpPr/>
      </dsp:nvSpPr>
      <dsp:spPr>
        <a:xfrm>
          <a:off x="1635437" y="1770558"/>
          <a:ext cx="6277288" cy="14159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856" tIns="149856" rIns="149856" bIns="149856" numCol="1" spcCol="1270" anchor="ctr" anchorCtr="0">
          <a:noAutofit/>
        </a:bodyPr>
        <a:lstStyle/>
        <a:p>
          <a:pPr marL="0" lvl="0" indent="0" algn="l" defTabSz="800100">
            <a:lnSpc>
              <a:spcPct val="100000"/>
            </a:lnSpc>
            <a:spcBef>
              <a:spcPct val="0"/>
            </a:spcBef>
            <a:spcAft>
              <a:spcPct val="35000"/>
            </a:spcAft>
            <a:buNone/>
          </a:pPr>
          <a:r>
            <a:rPr lang="en-US" sz="1800" kern="1200"/>
            <a:t>Fixtures are used in each test case to create the required environment, supply input values, mimic user inputs, and make assertions on the output to guarantee that the program will behave as intended.</a:t>
          </a:r>
        </a:p>
      </dsp:txBody>
      <dsp:txXfrm>
        <a:off x="1635437" y="1770558"/>
        <a:ext cx="6277288" cy="1415962"/>
      </dsp:txXfrm>
    </dsp:sp>
    <dsp:sp modelId="{14C67753-AFE9-4ED4-B4B7-7B7E22CFC1A0}">
      <dsp:nvSpPr>
        <dsp:cNvPr id="0" name=""/>
        <dsp:cNvSpPr/>
      </dsp:nvSpPr>
      <dsp:spPr>
        <a:xfrm>
          <a:off x="0" y="3540512"/>
          <a:ext cx="7912726" cy="14159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E3ABF8-1895-4E75-A988-305C4A5851DC}">
      <dsp:nvSpPr>
        <dsp:cNvPr id="0" name=""/>
        <dsp:cNvSpPr/>
      </dsp:nvSpPr>
      <dsp:spPr>
        <a:xfrm>
          <a:off x="428328" y="3859103"/>
          <a:ext cx="778779" cy="77877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3562FA-3A4C-47FA-B687-C3B63D150597}">
      <dsp:nvSpPr>
        <dsp:cNvPr id="0" name=""/>
        <dsp:cNvSpPr/>
      </dsp:nvSpPr>
      <dsp:spPr>
        <a:xfrm>
          <a:off x="1635437" y="3540512"/>
          <a:ext cx="6277288" cy="14159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856" tIns="149856" rIns="149856" bIns="149856" numCol="1" spcCol="1270" anchor="ctr" anchorCtr="0">
          <a:noAutofit/>
        </a:bodyPr>
        <a:lstStyle/>
        <a:p>
          <a:pPr marL="0" lvl="0" indent="0" algn="l" defTabSz="800100">
            <a:lnSpc>
              <a:spcPct val="100000"/>
            </a:lnSpc>
            <a:spcBef>
              <a:spcPct val="0"/>
            </a:spcBef>
            <a:spcAft>
              <a:spcPct val="35000"/>
            </a:spcAft>
            <a:buNone/>
          </a:pPr>
          <a:r>
            <a:rPr lang="en-US" sz="1800" kern="1200"/>
            <a:t>The test cases exhibit a good variety and attempt to cover a wide range of potential circumstances, which adds to the program's overall robustness and reliability.</a:t>
          </a:r>
        </a:p>
      </dsp:txBody>
      <dsp:txXfrm>
        <a:off x="1635437" y="3540512"/>
        <a:ext cx="6277288" cy="141596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A3B684-81FB-9741-B04D-81BB9B74F9D5}" type="datetimeFigureOut">
              <a:rPr lang="en-US" smtClean="0"/>
              <a:t>11/16/2023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8E9432-0B15-D340-A26D-B43C937D9B99}" type="slidenum">
              <a:rPr lang="en-US" smtClean="0"/>
              <a:t>‹#›</a:t>
            </a:fld>
            <a:endParaRPr lang="en-US"/>
          </a:p>
        </p:txBody>
      </p:sp>
    </p:spTree>
    <p:extLst>
      <p:ext uri="{BB962C8B-B14F-4D97-AF65-F5344CB8AC3E}">
        <p14:creationId xmlns:p14="http://schemas.microsoft.com/office/powerpoint/2010/main" val="1376973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38E9432-0B15-D340-A26D-B43C937D9B99}" type="slidenum">
              <a:rPr lang="en-US" smtClean="0"/>
              <a:t>1</a:t>
            </a:fld>
            <a:endParaRPr lang="en-US"/>
          </a:p>
        </p:txBody>
      </p:sp>
    </p:spTree>
    <p:extLst>
      <p:ext uri="{BB962C8B-B14F-4D97-AF65-F5344CB8AC3E}">
        <p14:creationId xmlns:p14="http://schemas.microsoft.com/office/powerpoint/2010/main" val="1886969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1D227D51-204B-ED48-AF9A-0BE9633FE04A}"/>
              </a:ext>
            </a:extLst>
          </p:cNvPr>
          <p:cNvSpPr/>
          <p:nvPr/>
        </p:nvSpPr>
        <p:spPr>
          <a:xfrm>
            <a:off x="5224243" y="1096772"/>
            <a:ext cx="6503180"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Cross 49">
            <a:extLst>
              <a:ext uri="{FF2B5EF4-FFF2-40B4-BE49-F238E27FC236}">
                <a16:creationId xmlns:a16="http://schemas.microsoft.com/office/drawing/2014/main" id="{57A23F45-CDAE-8A40-8DE7-92A0BBC119B7}"/>
              </a:ext>
            </a:extLst>
          </p:cNvPr>
          <p:cNvSpPr/>
          <p:nvPr/>
        </p:nvSpPr>
        <p:spPr>
          <a:xfrm>
            <a:off x="5016811" y="5624450"/>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68546383-CCC4-544B-B0D8-DE78DE39BB78}"/>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5D1728-714F-2942-A0D1-82FF9419B496}"/>
              </a:ext>
            </a:extLst>
          </p:cNvPr>
          <p:cNvSpPr>
            <a:spLocks noGrp="1"/>
          </p:cNvSpPr>
          <p:nvPr>
            <p:ph type="ctrTitle"/>
          </p:nvPr>
        </p:nvSpPr>
        <p:spPr>
          <a:xfrm>
            <a:off x="797106" y="1625608"/>
            <a:ext cx="8035342" cy="2722164"/>
          </a:xfrm>
        </p:spPr>
        <p:txBody>
          <a:bodyPr anchor="b"/>
          <a:lstStyle>
            <a:lvl1pPr algn="l">
              <a:defRPr sz="8000" spc="-150"/>
            </a:lvl1pPr>
          </a:lstStyle>
          <a:p>
            <a:r>
              <a:rPr lang="en-US"/>
              <a:t>Click to edit Master title style</a:t>
            </a:r>
          </a:p>
        </p:txBody>
      </p:sp>
      <p:sp>
        <p:nvSpPr>
          <p:cNvPr id="3" name="Subtitle 2">
            <a:extLst>
              <a:ext uri="{FF2B5EF4-FFF2-40B4-BE49-F238E27FC236}">
                <a16:creationId xmlns:a16="http://schemas.microsoft.com/office/drawing/2014/main" id="{5BD072D4-1496-3347-BBF8-5879DF263BBD}"/>
              </a:ext>
            </a:extLst>
          </p:cNvPr>
          <p:cNvSpPr>
            <a:spLocks noGrp="1"/>
          </p:cNvSpPr>
          <p:nvPr>
            <p:ph type="subTitle" idx="1"/>
          </p:nvPr>
        </p:nvSpPr>
        <p:spPr>
          <a:xfrm>
            <a:off x="797106" y="4466845"/>
            <a:ext cx="8035342" cy="882904"/>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EFC724-B499-364B-AEB5-B6517F6AD52B}"/>
              </a:ext>
            </a:extLst>
          </p:cNvPr>
          <p:cNvSpPr>
            <a:spLocks noGrp="1"/>
          </p:cNvSpPr>
          <p:nvPr>
            <p:ph type="dt" sz="half" idx="10"/>
          </p:nvPr>
        </p:nvSpPr>
        <p:spPr>
          <a:xfrm>
            <a:off x="797105" y="5708747"/>
            <a:ext cx="3882843" cy="365125"/>
          </a:xfrm>
        </p:spPr>
        <p:txBody>
          <a:bodyPr/>
          <a:lstStyle>
            <a:lvl1pPr>
              <a:defRPr sz="1400"/>
            </a:lvl1pPr>
          </a:lstStyle>
          <a:p>
            <a:fld id="{73C3BD54-29B9-3D42-B178-776ED395AA85}" type="datetimeFigureOut">
              <a:rPr lang="en-US" smtClean="0"/>
              <a:pPr/>
              <a:t>11/16/2023</a:t>
            </a:fld>
            <a:endParaRPr lang="en-US" sz="1400"/>
          </a:p>
        </p:txBody>
      </p:sp>
      <p:sp>
        <p:nvSpPr>
          <p:cNvPr id="5" name="Footer Placeholder 4">
            <a:extLst>
              <a:ext uri="{FF2B5EF4-FFF2-40B4-BE49-F238E27FC236}">
                <a16:creationId xmlns:a16="http://schemas.microsoft.com/office/drawing/2014/main" id="{8033889C-A4E9-B24E-818F-46A1124C5D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40F50F-250E-6D45-AEBC-2573FED0C310}"/>
              </a:ext>
            </a:extLst>
          </p:cNvPr>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1912650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9F291BE0-7A7E-D04F-974F-9F4577FB2F46}"/>
              </a:ext>
            </a:extLst>
          </p:cNvPr>
          <p:cNvSpPr/>
          <p:nvPr/>
        </p:nvSpPr>
        <p:spPr>
          <a:xfrm>
            <a:off x="6163735" y="1096772"/>
            <a:ext cx="5571066"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Cross 49">
            <a:extLst>
              <a:ext uri="{FF2B5EF4-FFF2-40B4-BE49-F238E27FC236}">
                <a16:creationId xmlns:a16="http://schemas.microsoft.com/office/drawing/2014/main" id="{BD33FF1F-6094-0B4A-A3E4-6B0D9283DB44}"/>
              </a:ext>
            </a:extLst>
          </p:cNvPr>
          <p:cNvSpPr/>
          <p:nvPr/>
        </p:nvSpPr>
        <p:spPr>
          <a:xfrm>
            <a:off x="11529484"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B78A6D9C-C7A5-414B-8CB7-E31470D7D280}"/>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1D850E-6310-C04D-8CAC-B7FA9F332D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5B7FB3-5DFC-6547-9567-C0ABE874C6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27D2DB-A7B1-204E-8416-E938952BCC83}"/>
              </a:ext>
            </a:extLst>
          </p:cNvPr>
          <p:cNvSpPr>
            <a:spLocks noGrp="1"/>
          </p:cNvSpPr>
          <p:nvPr>
            <p:ph type="dt" sz="half" idx="10"/>
          </p:nvPr>
        </p:nvSpPr>
        <p:spPr/>
        <p:txBody>
          <a:bodyPr/>
          <a:lstStyle/>
          <a:p>
            <a:fld id="{73C3BD54-29B9-3D42-B178-776ED395AA85}" type="datetimeFigureOut">
              <a:rPr lang="en-US" smtClean="0"/>
              <a:t>11/16/2023</a:t>
            </a:fld>
            <a:endParaRPr lang="en-US"/>
          </a:p>
        </p:txBody>
      </p:sp>
      <p:sp>
        <p:nvSpPr>
          <p:cNvPr id="5" name="Footer Placeholder 4">
            <a:extLst>
              <a:ext uri="{FF2B5EF4-FFF2-40B4-BE49-F238E27FC236}">
                <a16:creationId xmlns:a16="http://schemas.microsoft.com/office/drawing/2014/main" id="{FD324BA1-E2D0-1E4B-9DB3-664FE27337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AE64B2-36E4-5A4E-A78A-A629829A334F}"/>
              </a:ext>
            </a:extLst>
          </p:cNvPr>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3535336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C97F6C6D-13AE-FD40-841C-4AB96460C390}"/>
              </a:ext>
            </a:extLst>
          </p:cNvPr>
          <p:cNvSpPr/>
          <p:nvPr/>
        </p:nvSpPr>
        <p:spPr>
          <a:xfrm>
            <a:off x="4291015" y="1096772"/>
            <a:ext cx="7436404"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Cross 49">
            <a:extLst>
              <a:ext uri="{FF2B5EF4-FFF2-40B4-BE49-F238E27FC236}">
                <a16:creationId xmlns:a16="http://schemas.microsoft.com/office/drawing/2014/main" id="{24E27617-2112-2342-9FF1-39F2A241CCCC}"/>
              </a:ext>
            </a:extLst>
          </p:cNvPr>
          <p:cNvSpPr/>
          <p:nvPr/>
        </p:nvSpPr>
        <p:spPr>
          <a:xfrm>
            <a:off x="4086371" y="5624450"/>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C33CE582-7AFE-D048-B5BC-212A12A28F25}"/>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9EAEF4-E84F-CF40-B27B-01E1D2AFC96D}"/>
              </a:ext>
            </a:extLst>
          </p:cNvPr>
          <p:cNvSpPr>
            <a:spLocks noGrp="1"/>
          </p:cNvSpPr>
          <p:nvPr>
            <p:ph type="title"/>
          </p:nvPr>
        </p:nvSpPr>
        <p:spPr>
          <a:xfrm>
            <a:off x="565150" y="1881951"/>
            <a:ext cx="7335836" cy="1987707"/>
          </a:xfrm>
        </p:spPr>
        <p:txBody>
          <a:bodyPr anchor="b"/>
          <a:lstStyle>
            <a:lvl1pPr>
              <a:defRPr sz="6000" spc="-150"/>
            </a:lvl1pPr>
          </a:lstStyle>
          <a:p>
            <a:r>
              <a:rPr lang="en-US"/>
              <a:t>Click to edit Master title style</a:t>
            </a:r>
          </a:p>
        </p:txBody>
      </p:sp>
      <p:sp>
        <p:nvSpPr>
          <p:cNvPr id="3" name="Text Placeholder 2">
            <a:extLst>
              <a:ext uri="{FF2B5EF4-FFF2-40B4-BE49-F238E27FC236}">
                <a16:creationId xmlns:a16="http://schemas.microsoft.com/office/drawing/2014/main" id="{5287B7E1-CC48-2441-975D-F1A5412B8A49}"/>
              </a:ext>
            </a:extLst>
          </p:cNvPr>
          <p:cNvSpPr>
            <a:spLocks noGrp="1"/>
          </p:cNvSpPr>
          <p:nvPr>
            <p:ph type="body" idx="1"/>
          </p:nvPr>
        </p:nvSpPr>
        <p:spPr>
          <a:xfrm>
            <a:off x="565149" y="3869661"/>
            <a:ext cx="7335836" cy="948465"/>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526218-1FCF-7A4D-B138-D1B1DE91A4B7}"/>
              </a:ext>
            </a:extLst>
          </p:cNvPr>
          <p:cNvSpPr>
            <a:spLocks noGrp="1"/>
          </p:cNvSpPr>
          <p:nvPr>
            <p:ph type="dt" sz="half" idx="10"/>
          </p:nvPr>
        </p:nvSpPr>
        <p:spPr/>
        <p:txBody>
          <a:bodyPr/>
          <a:lstStyle/>
          <a:p>
            <a:fld id="{73C3BD54-29B9-3D42-B178-776ED395AA85}" type="datetimeFigureOut">
              <a:rPr lang="en-US" smtClean="0"/>
              <a:t>11/16/2023</a:t>
            </a:fld>
            <a:endParaRPr lang="en-US"/>
          </a:p>
        </p:txBody>
      </p:sp>
      <p:sp>
        <p:nvSpPr>
          <p:cNvPr id="5" name="Footer Placeholder 4">
            <a:extLst>
              <a:ext uri="{FF2B5EF4-FFF2-40B4-BE49-F238E27FC236}">
                <a16:creationId xmlns:a16="http://schemas.microsoft.com/office/drawing/2014/main" id="{50984204-038C-FD4B-8E1C-0A9967BF22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359AB9-E1C6-C841-B423-FD2BB13C333F}"/>
              </a:ext>
            </a:extLst>
          </p:cNvPr>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4238358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B057A-C120-5E4E-BB74-223EB6D005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9EB7BE-6258-C84C-8242-9865D1361C9E}"/>
              </a:ext>
            </a:extLst>
          </p:cNvPr>
          <p:cNvSpPr>
            <a:spLocks noGrp="1"/>
          </p:cNvSpPr>
          <p:nvPr>
            <p:ph sz="half" idx="1"/>
          </p:nvPr>
        </p:nvSpPr>
        <p:spPr>
          <a:xfrm>
            <a:off x="565111" y="2691637"/>
            <a:ext cx="4946643" cy="31897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3D23CD-80DB-5740-AE68-76414CA31A26}"/>
              </a:ext>
            </a:extLst>
          </p:cNvPr>
          <p:cNvSpPr>
            <a:spLocks noGrp="1"/>
          </p:cNvSpPr>
          <p:nvPr>
            <p:ph sz="half" idx="2"/>
          </p:nvPr>
        </p:nvSpPr>
        <p:spPr>
          <a:xfrm>
            <a:off x="6076903" y="2691637"/>
            <a:ext cx="4946639" cy="31897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FE0921-9102-1440-B315-778888723C9D}"/>
              </a:ext>
            </a:extLst>
          </p:cNvPr>
          <p:cNvSpPr>
            <a:spLocks noGrp="1"/>
          </p:cNvSpPr>
          <p:nvPr>
            <p:ph type="dt" sz="half" idx="10"/>
          </p:nvPr>
        </p:nvSpPr>
        <p:spPr/>
        <p:txBody>
          <a:bodyPr/>
          <a:lstStyle/>
          <a:p>
            <a:fld id="{73C3BD54-29B9-3D42-B178-776ED395AA85}" type="datetimeFigureOut">
              <a:rPr lang="en-US" smtClean="0"/>
              <a:t>11/16/2023</a:t>
            </a:fld>
            <a:endParaRPr lang="en-US"/>
          </a:p>
        </p:txBody>
      </p:sp>
      <p:sp>
        <p:nvSpPr>
          <p:cNvPr id="6" name="Footer Placeholder 5">
            <a:extLst>
              <a:ext uri="{FF2B5EF4-FFF2-40B4-BE49-F238E27FC236}">
                <a16:creationId xmlns:a16="http://schemas.microsoft.com/office/drawing/2014/main" id="{24D7802F-1937-2F43-8FF4-846135D6FC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609C72-E794-4F4F-8E09-D4883EED7237}"/>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50" name="Rectangle 49">
            <a:extLst>
              <a:ext uri="{FF2B5EF4-FFF2-40B4-BE49-F238E27FC236}">
                <a16:creationId xmlns:a16="http://schemas.microsoft.com/office/drawing/2014/main" id="{FFEFA3E2-0F30-664C-AAE4-DE6526B5C716}"/>
              </a:ext>
            </a:extLst>
          </p:cNvPr>
          <p:cNvSpPr/>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55" name="Rectangle 54">
            <a:extLst>
              <a:ext uri="{FF2B5EF4-FFF2-40B4-BE49-F238E27FC236}">
                <a16:creationId xmlns:a16="http://schemas.microsoft.com/office/drawing/2014/main" id="{0C3D7AFF-BC7E-BA41-9C64-B5F9619C0EA1}"/>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ross 10">
            <a:extLst>
              <a:ext uri="{FF2B5EF4-FFF2-40B4-BE49-F238E27FC236}">
                <a16:creationId xmlns:a16="http://schemas.microsoft.com/office/drawing/2014/main" id="{671D2311-E9B8-F041-A7B8-D5696903F22A}"/>
              </a:ext>
            </a:extLst>
          </p:cNvPr>
          <p:cNvSpPr/>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8150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9CA91-F119-0244-888A-95539A84DD6F}"/>
              </a:ext>
            </a:extLst>
          </p:cNvPr>
          <p:cNvSpPr>
            <a:spLocks noGrp="1"/>
          </p:cNvSpPr>
          <p:nvPr>
            <p:ph type="title"/>
          </p:nvPr>
        </p:nvSpPr>
        <p:spPr>
          <a:xfrm>
            <a:off x="565110" y="1204721"/>
            <a:ext cx="8266175" cy="14447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B08A3EAC-4422-D548-8D7F-E9944566FBA9}"/>
              </a:ext>
            </a:extLst>
          </p:cNvPr>
          <p:cNvSpPr>
            <a:spLocks noGrp="1"/>
          </p:cNvSpPr>
          <p:nvPr>
            <p:ph type="body" idx="1"/>
          </p:nvPr>
        </p:nvSpPr>
        <p:spPr>
          <a:xfrm>
            <a:off x="565111" y="2691638"/>
            <a:ext cx="4946644" cy="823912"/>
          </a:xfrm>
        </p:spPr>
        <p:txBody>
          <a:bodyPr anchor="b"/>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140CA2-88A9-CC42-A375-8B87E47CC5F9}"/>
              </a:ext>
            </a:extLst>
          </p:cNvPr>
          <p:cNvSpPr>
            <a:spLocks noGrp="1"/>
          </p:cNvSpPr>
          <p:nvPr>
            <p:ph sz="half" idx="2"/>
          </p:nvPr>
        </p:nvSpPr>
        <p:spPr>
          <a:xfrm>
            <a:off x="565111" y="3515550"/>
            <a:ext cx="4946644" cy="23662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05F960C-714E-2E4A-8141-A88F38274E48}"/>
              </a:ext>
            </a:extLst>
          </p:cNvPr>
          <p:cNvSpPr>
            <a:spLocks noGrp="1"/>
          </p:cNvSpPr>
          <p:nvPr>
            <p:ph type="body" sz="quarter" idx="3"/>
          </p:nvPr>
        </p:nvSpPr>
        <p:spPr>
          <a:xfrm>
            <a:off x="6076866" y="2691162"/>
            <a:ext cx="4946644" cy="823912"/>
          </a:xfrm>
        </p:spPr>
        <p:txBody>
          <a:bodyPr anchor="b"/>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97BC24-C907-EC4B-872D-17429A657716}"/>
              </a:ext>
            </a:extLst>
          </p:cNvPr>
          <p:cNvSpPr>
            <a:spLocks noGrp="1"/>
          </p:cNvSpPr>
          <p:nvPr>
            <p:ph sz="quarter" idx="4"/>
          </p:nvPr>
        </p:nvSpPr>
        <p:spPr>
          <a:xfrm>
            <a:off x="6076866" y="3515074"/>
            <a:ext cx="4946644" cy="23662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E2A045-4283-3C47-B125-68CF3B19FB08}"/>
              </a:ext>
            </a:extLst>
          </p:cNvPr>
          <p:cNvSpPr>
            <a:spLocks noGrp="1"/>
          </p:cNvSpPr>
          <p:nvPr>
            <p:ph type="dt" sz="half" idx="10"/>
          </p:nvPr>
        </p:nvSpPr>
        <p:spPr/>
        <p:txBody>
          <a:bodyPr/>
          <a:lstStyle/>
          <a:p>
            <a:fld id="{73C3BD54-29B9-3D42-B178-776ED395AA85}" type="datetimeFigureOut">
              <a:rPr lang="en-US" smtClean="0"/>
              <a:t>11/16/2023</a:t>
            </a:fld>
            <a:endParaRPr lang="en-US"/>
          </a:p>
        </p:txBody>
      </p:sp>
      <p:sp>
        <p:nvSpPr>
          <p:cNvPr id="8" name="Footer Placeholder 7">
            <a:extLst>
              <a:ext uri="{FF2B5EF4-FFF2-40B4-BE49-F238E27FC236}">
                <a16:creationId xmlns:a16="http://schemas.microsoft.com/office/drawing/2014/main" id="{7EBC25BC-2C98-574D-BCCD-E36CAB07F2F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CA5C95A-7789-E042-8471-D442D9BB545F}"/>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52" name="Rectangle 51">
            <a:extLst>
              <a:ext uri="{FF2B5EF4-FFF2-40B4-BE49-F238E27FC236}">
                <a16:creationId xmlns:a16="http://schemas.microsoft.com/office/drawing/2014/main" id="{3DF1BA5B-EDD8-B648-8A3E-E2B3570B1EA0}"/>
              </a:ext>
            </a:extLst>
          </p:cNvPr>
          <p:cNvSpPr/>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57" name="Rectangle 56">
            <a:extLst>
              <a:ext uri="{FF2B5EF4-FFF2-40B4-BE49-F238E27FC236}">
                <a16:creationId xmlns:a16="http://schemas.microsoft.com/office/drawing/2014/main" id="{D7476360-629C-DE48-85B7-F4BE6CC457DB}"/>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ross 13">
            <a:extLst>
              <a:ext uri="{FF2B5EF4-FFF2-40B4-BE49-F238E27FC236}">
                <a16:creationId xmlns:a16="http://schemas.microsoft.com/office/drawing/2014/main" id="{C5F6C588-FC1B-3147-AFA1-CD7D76C5AEAC}"/>
              </a:ext>
            </a:extLst>
          </p:cNvPr>
          <p:cNvSpPr/>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5216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15401-5318-7045-8AE3-B1A99F2D82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E2F55F-EB76-AE49-B554-12B65B636A90}"/>
              </a:ext>
            </a:extLst>
          </p:cNvPr>
          <p:cNvSpPr>
            <a:spLocks noGrp="1"/>
          </p:cNvSpPr>
          <p:nvPr>
            <p:ph type="dt" sz="half" idx="10"/>
          </p:nvPr>
        </p:nvSpPr>
        <p:spPr/>
        <p:txBody>
          <a:bodyPr/>
          <a:lstStyle/>
          <a:p>
            <a:fld id="{73C3BD54-29B9-3D42-B178-776ED395AA85}" type="datetimeFigureOut">
              <a:rPr lang="en-US" smtClean="0"/>
              <a:t>11/16/2023</a:t>
            </a:fld>
            <a:endParaRPr lang="en-US"/>
          </a:p>
        </p:txBody>
      </p:sp>
      <p:sp>
        <p:nvSpPr>
          <p:cNvPr id="4" name="Footer Placeholder 3">
            <a:extLst>
              <a:ext uri="{FF2B5EF4-FFF2-40B4-BE49-F238E27FC236}">
                <a16:creationId xmlns:a16="http://schemas.microsoft.com/office/drawing/2014/main" id="{86CB6E6E-D81E-C44A-AC54-CBE0134C10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2E025B9-9F46-3049-9977-0119B96D393C}"/>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48" name="Rectangle 47">
            <a:extLst>
              <a:ext uri="{FF2B5EF4-FFF2-40B4-BE49-F238E27FC236}">
                <a16:creationId xmlns:a16="http://schemas.microsoft.com/office/drawing/2014/main" id="{65760068-EADA-2B4B-9819-CF981184FAEB}"/>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81DA7622-137E-184A-A93C-8DBB10318AE6}"/>
              </a:ext>
            </a:extLst>
          </p:cNvPr>
          <p:cNvSpPr/>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9" name="Cross 8">
            <a:extLst>
              <a:ext uri="{FF2B5EF4-FFF2-40B4-BE49-F238E27FC236}">
                <a16:creationId xmlns:a16="http://schemas.microsoft.com/office/drawing/2014/main" id="{54FB0990-6F8D-B048-8309-19B0D1A41033}"/>
              </a:ext>
            </a:extLst>
          </p:cNvPr>
          <p:cNvSpPr/>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8448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AF81DD-2B1F-3444-8023-DD52318FE9F6}"/>
              </a:ext>
            </a:extLst>
          </p:cNvPr>
          <p:cNvSpPr>
            <a:spLocks noGrp="1"/>
          </p:cNvSpPr>
          <p:nvPr>
            <p:ph type="dt" sz="half" idx="10"/>
          </p:nvPr>
        </p:nvSpPr>
        <p:spPr/>
        <p:txBody>
          <a:bodyPr/>
          <a:lstStyle/>
          <a:p>
            <a:fld id="{73C3BD54-29B9-3D42-B178-776ED395AA85}" type="datetimeFigureOut">
              <a:rPr lang="en-US" smtClean="0"/>
              <a:t>11/16/2023</a:t>
            </a:fld>
            <a:endParaRPr lang="en-US"/>
          </a:p>
        </p:txBody>
      </p:sp>
      <p:sp>
        <p:nvSpPr>
          <p:cNvPr id="3" name="Footer Placeholder 2">
            <a:extLst>
              <a:ext uri="{FF2B5EF4-FFF2-40B4-BE49-F238E27FC236}">
                <a16:creationId xmlns:a16="http://schemas.microsoft.com/office/drawing/2014/main" id="{36927EE3-DAA3-D948-B8FD-48417540B5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C4532D4-FFBF-6C47-A6C9-D55196D91B87}"/>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47" name="Rectangle 46">
            <a:extLst>
              <a:ext uri="{FF2B5EF4-FFF2-40B4-BE49-F238E27FC236}">
                <a16:creationId xmlns:a16="http://schemas.microsoft.com/office/drawing/2014/main" id="{DB8D5541-7726-BA46-8BFA-BF6AA8D42BD7}"/>
              </a:ext>
            </a:extLst>
          </p:cNvPr>
          <p:cNvSpPr/>
          <p:nvPr/>
        </p:nvSpPr>
        <p:spPr>
          <a:xfrm>
            <a:off x="-1" y="1096772"/>
            <a:ext cx="263565"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Cross 47">
            <a:extLst>
              <a:ext uri="{FF2B5EF4-FFF2-40B4-BE49-F238E27FC236}">
                <a16:creationId xmlns:a16="http://schemas.microsoft.com/office/drawing/2014/main" id="{97F434CF-7503-CE4F-8426-C312C6315AD0}"/>
              </a:ext>
            </a:extLst>
          </p:cNvPr>
          <p:cNvSpPr/>
          <p:nvPr/>
        </p:nvSpPr>
        <p:spPr>
          <a:xfrm>
            <a:off x="58248"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FEDBFB2F-FE34-E349-9484-C275FBE31614}"/>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538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2DCFD-BEE6-AC49-BABD-D8B89C3B69D0}"/>
              </a:ext>
            </a:extLst>
          </p:cNvPr>
          <p:cNvSpPr>
            <a:spLocks noGrp="1"/>
          </p:cNvSpPr>
          <p:nvPr>
            <p:ph type="title"/>
          </p:nvPr>
        </p:nvSpPr>
        <p:spPr>
          <a:xfrm>
            <a:off x="565149" y="1203800"/>
            <a:ext cx="4114800" cy="1077218"/>
          </a:xfrm>
        </p:spPr>
        <p:txBody>
          <a:bodyPr anchor="b">
            <a:normAutofit/>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31DE035-8260-4443-B1D9-A9C8D584039E}"/>
              </a:ext>
            </a:extLst>
          </p:cNvPr>
          <p:cNvSpPr>
            <a:spLocks noGrp="1"/>
          </p:cNvSpPr>
          <p:nvPr>
            <p:ph idx="1"/>
          </p:nvPr>
        </p:nvSpPr>
        <p:spPr>
          <a:xfrm>
            <a:off x="5611813" y="1508252"/>
            <a:ext cx="5606518" cy="4045881"/>
          </a:xfrm>
        </p:spPr>
        <p:txBody>
          <a:bodyPr/>
          <a:lstStyle>
            <a:lvl1pPr>
              <a:defRPr sz="2800"/>
            </a:lvl1pPr>
            <a:lvl2pPr>
              <a:defRPr sz="24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C1AA53-7507-D04B-9B8E-6A4F7122ECA5}"/>
              </a:ext>
            </a:extLst>
          </p:cNvPr>
          <p:cNvSpPr>
            <a:spLocks noGrp="1"/>
          </p:cNvSpPr>
          <p:nvPr>
            <p:ph type="body" sz="half" idx="2"/>
          </p:nvPr>
        </p:nvSpPr>
        <p:spPr>
          <a:xfrm>
            <a:off x="565149" y="2368295"/>
            <a:ext cx="4114800" cy="31858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56E11F-3003-0745-ACAB-FAA4E676EFCD}"/>
              </a:ext>
            </a:extLst>
          </p:cNvPr>
          <p:cNvSpPr>
            <a:spLocks noGrp="1"/>
          </p:cNvSpPr>
          <p:nvPr>
            <p:ph type="dt" sz="half" idx="10"/>
          </p:nvPr>
        </p:nvSpPr>
        <p:spPr/>
        <p:txBody>
          <a:bodyPr/>
          <a:lstStyle/>
          <a:p>
            <a:fld id="{73C3BD54-29B9-3D42-B178-776ED395AA85}" type="datetimeFigureOut">
              <a:rPr lang="en-US" smtClean="0"/>
              <a:t>11/16/2023</a:t>
            </a:fld>
            <a:endParaRPr lang="en-US"/>
          </a:p>
        </p:txBody>
      </p:sp>
      <p:sp>
        <p:nvSpPr>
          <p:cNvPr id="6" name="Footer Placeholder 5">
            <a:extLst>
              <a:ext uri="{FF2B5EF4-FFF2-40B4-BE49-F238E27FC236}">
                <a16:creationId xmlns:a16="http://schemas.microsoft.com/office/drawing/2014/main" id="{92BC11A6-59AC-FE45-8A1C-9DDC00582A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D6F51E-1A94-034C-BBEE-C26A3AF0E815}"/>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50" name="Rectangle 49">
            <a:extLst>
              <a:ext uri="{FF2B5EF4-FFF2-40B4-BE49-F238E27FC236}">
                <a16:creationId xmlns:a16="http://schemas.microsoft.com/office/drawing/2014/main" id="{50B7D330-76C0-224C-9C3C-27C4D2B0DDB4}"/>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35464D55-5C51-844B-A38A-8143590FB934}"/>
              </a:ext>
            </a:extLst>
          </p:cNvPr>
          <p:cNvSpPr/>
          <p:nvPr/>
        </p:nvSpPr>
        <p:spPr>
          <a:xfrm>
            <a:off x="-1" y="1096772"/>
            <a:ext cx="263565"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ross 10">
            <a:extLst>
              <a:ext uri="{FF2B5EF4-FFF2-40B4-BE49-F238E27FC236}">
                <a16:creationId xmlns:a16="http://schemas.microsoft.com/office/drawing/2014/main" id="{FD988250-C554-DE44-B887-57D0B2AA8E37}"/>
              </a:ext>
            </a:extLst>
          </p:cNvPr>
          <p:cNvSpPr/>
          <p:nvPr/>
        </p:nvSpPr>
        <p:spPr>
          <a:xfrm>
            <a:off x="58248"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1381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86C7C-36AD-9A4E-8524-8F44E8839EA8}"/>
              </a:ext>
            </a:extLst>
          </p:cNvPr>
          <p:cNvSpPr>
            <a:spLocks noGrp="1"/>
          </p:cNvSpPr>
          <p:nvPr>
            <p:ph type="title"/>
          </p:nvPr>
        </p:nvSpPr>
        <p:spPr>
          <a:xfrm>
            <a:off x="565149" y="1203800"/>
            <a:ext cx="4114800" cy="1077218"/>
          </a:xfrm>
        </p:spPr>
        <p:txBody>
          <a:bodyPr anchor="b">
            <a:normAutofit/>
          </a:bodyPr>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1015248-4C80-3348-A8A9-6C9F5D32FCE3}"/>
              </a:ext>
            </a:extLst>
          </p:cNvPr>
          <p:cNvSpPr>
            <a:spLocks noGrp="1"/>
          </p:cNvSpPr>
          <p:nvPr>
            <p:ph type="pic" idx="1"/>
          </p:nvPr>
        </p:nvSpPr>
        <p:spPr>
          <a:xfrm>
            <a:off x="5631151" y="1096772"/>
            <a:ext cx="6096270" cy="5761228"/>
          </a:xfrm>
          <a:solidFill>
            <a:schemeClr val="bg2"/>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B3083-CA16-C54A-B130-7BEE6DF9D815}"/>
              </a:ext>
            </a:extLst>
          </p:cNvPr>
          <p:cNvSpPr>
            <a:spLocks noGrp="1"/>
          </p:cNvSpPr>
          <p:nvPr>
            <p:ph type="body" sz="half" idx="2"/>
          </p:nvPr>
        </p:nvSpPr>
        <p:spPr>
          <a:xfrm>
            <a:off x="565149" y="2370666"/>
            <a:ext cx="4114800" cy="318346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3C6EB5-D7D1-E247-B9D7-D319E5AAB962}"/>
              </a:ext>
            </a:extLst>
          </p:cNvPr>
          <p:cNvSpPr>
            <a:spLocks noGrp="1"/>
          </p:cNvSpPr>
          <p:nvPr>
            <p:ph type="dt" sz="half" idx="10"/>
          </p:nvPr>
        </p:nvSpPr>
        <p:spPr/>
        <p:txBody>
          <a:bodyPr/>
          <a:lstStyle/>
          <a:p>
            <a:fld id="{73C3BD54-29B9-3D42-B178-776ED395AA85}" type="datetimeFigureOut">
              <a:rPr lang="en-US" smtClean="0"/>
              <a:t>11/16/2023</a:t>
            </a:fld>
            <a:endParaRPr lang="en-US"/>
          </a:p>
        </p:txBody>
      </p:sp>
      <p:sp>
        <p:nvSpPr>
          <p:cNvPr id="6" name="Footer Placeholder 5">
            <a:extLst>
              <a:ext uri="{FF2B5EF4-FFF2-40B4-BE49-F238E27FC236}">
                <a16:creationId xmlns:a16="http://schemas.microsoft.com/office/drawing/2014/main" id="{75FBF6CC-F5C4-9847-BADB-8B7441C8F3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763FE4-B2F5-7741-B517-533F1C98CE1B}"/>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54" name="Rectangle 53">
            <a:extLst>
              <a:ext uri="{FF2B5EF4-FFF2-40B4-BE49-F238E27FC236}">
                <a16:creationId xmlns:a16="http://schemas.microsoft.com/office/drawing/2014/main" id="{AB80A771-7D8E-0F4A-93A3-B977667D338E}"/>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2C9320FA-0E3A-2749-9085-DF30FA26F4BD}"/>
              </a:ext>
            </a:extLst>
          </p:cNvPr>
          <p:cNvSpPr/>
          <p:nvPr/>
        </p:nvSpPr>
        <p:spPr>
          <a:xfrm>
            <a:off x="-1" y="1096772"/>
            <a:ext cx="263565"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ross 10">
            <a:extLst>
              <a:ext uri="{FF2B5EF4-FFF2-40B4-BE49-F238E27FC236}">
                <a16:creationId xmlns:a16="http://schemas.microsoft.com/office/drawing/2014/main" id="{5A3DF5D0-8A2C-A049-9132-EE1EF7D014D4}"/>
              </a:ext>
            </a:extLst>
          </p:cNvPr>
          <p:cNvSpPr/>
          <p:nvPr/>
        </p:nvSpPr>
        <p:spPr>
          <a:xfrm>
            <a:off x="58248"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7484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9F6C0E12-251D-EA44-BF81-4ABDFBB94321}"/>
              </a:ext>
            </a:extLst>
          </p:cNvPr>
          <p:cNvSpPr/>
          <p:nvPr/>
        </p:nvSpPr>
        <p:spPr>
          <a:xfrm>
            <a:off x="7087169" y="1096772"/>
            <a:ext cx="4652226"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DC5FF4-095A-114E-87B6-73C7ADFF97C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11E6EC9-9650-2042-8581-5B4082F941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4A0800-B373-3B40-B187-30AFE44CDD1D}"/>
              </a:ext>
            </a:extLst>
          </p:cNvPr>
          <p:cNvSpPr>
            <a:spLocks noGrp="1"/>
          </p:cNvSpPr>
          <p:nvPr>
            <p:ph type="dt" sz="half" idx="10"/>
          </p:nvPr>
        </p:nvSpPr>
        <p:spPr/>
        <p:txBody>
          <a:bodyPr/>
          <a:lstStyle/>
          <a:p>
            <a:fld id="{73C3BD54-29B9-3D42-B178-776ED395AA85}" type="datetimeFigureOut">
              <a:rPr lang="en-US" smtClean="0"/>
              <a:t>11/16/2023</a:t>
            </a:fld>
            <a:endParaRPr lang="en-US"/>
          </a:p>
        </p:txBody>
      </p:sp>
      <p:sp>
        <p:nvSpPr>
          <p:cNvPr id="5" name="Footer Placeholder 4">
            <a:extLst>
              <a:ext uri="{FF2B5EF4-FFF2-40B4-BE49-F238E27FC236}">
                <a16:creationId xmlns:a16="http://schemas.microsoft.com/office/drawing/2014/main" id="{C10A4C1C-C790-B449-8C06-78E8303F94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43E620-F86B-F447-AB06-DDAB39192507}"/>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49" name="Rectangle 48">
            <a:extLst>
              <a:ext uri="{FF2B5EF4-FFF2-40B4-BE49-F238E27FC236}">
                <a16:creationId xmlns:a16="http://schemas.microsoft.com/office/drawing/2014/main" id="{80487CB5-43E0-974C-9DDC-252A8A37107F}"/>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ross 9">
            <a:extLst>
              <a:ext uri="{FF2B5EF4-FFF2-40B4-BE49-F238E27FC236}">
                <a16:creationId xmlns:a16="http://schemas.microsoft.com/office/drawing/2014/main" id="{E9CB83EF-4143-5A45-9B3A-9E70DD50253B}"/>
              </a:ext>
            </a:extLst>
          </p:cNvPr>
          <p:cNvSpPr/>
          <p:nvPr/>
        </p:nvSpPr>
        <p:spPr>
          <a:xfrm>
            <a:off x="11415183"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9464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9DF801-FF8E-6247-9065-D9304CD6093A}"/>
              </a:ext>
            </a:extLst>
          </p:cNvPr>
          <p:cNvSpPr>
            <a:spLocks noGrp="1"/>
          </p:cNvSpPr>
          <p:nvPr>
            <p:ph type="title" orient="vert"/>
          </p:nvPr>
        </p:nvSpPr>
        <p:spPr>
          <a:xfrm>
            <a:off x="9355667" y="1204722"/>
            <a:ext cx="1853360" cy="467664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0E2615-7E4D-AB47-ACE6-236D716D7D24}"/>
              </a:ext>
            </a:extLst>
          </p:cNvPr>
          <p:cNvSpPr>
            <a:spLocks noGrp="1"/>
          </p:cNvSpPr>
          <p:nvPr>
            <p:ph type="body" orient="vert" idx="1"/>
          </p:nvPr>
        </p:nvSpPr>
        <p:spPr>
          <a:xfrm>
            <a:off x="973667" y="1204722"/>
            <a:ext cx="8274047" cy="46969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1F0223-5AC9-374E-BD0C-344F67E2A85B}"/>
              </a:ext>
            </a:extLst>
          </p:cNvPr>
          <p:cNvSpPr>
            <a:spLocks noGrp="1"/>
          </p:cNvSpPr>
          <p:nvPr>
            <p:ph type="dt" sz="half" idx="10"/>
          </p:nvPr>
        </p:nvSpPr>
        <p:spPr/>
        <p:txBody>
          <a:bodyPr/>
          <a:lstStyle/>
          <a:p>
            <a:fld id="{73C3BD54-29B9-3D42-B178-776ED395AA85}" type="datetimeFigureOut">
              <a:rPr lang="en-US" smtClean="0"/>
              <a:t>11/16/2023</a:t>
            </a:fld>
            <a:endParaRPr lang="en-US"/>
          </a:p>
        </p:txBody>
      </p:sp>
      <p:sp>
        <p:nvSpPr>
          <p:cNvPr id="5" name="Footer Placeholder 4">
            <a:extLst>
              <a:ext uri="{FF2B5EF4-FFF2-40B4-BE49-F238E27FC236}">
                <a16:creationId xmlns:a16="http://schemas.microsoft.com/office/drawing/2014/main" id="{3EBEDD42-54A1-E648-8829-140EC4C571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8FDF8F-8DBC-8A47-8000-5BA35DF9F903}"/>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51" name="Rectangle 50">
            <a:extLst>
              <a:ext uri="{FF2B5EF4-FFF2-40B4-BE49-F238E27FC236}">
                <a16:creationId xmlns:a16="http://schemas.microsoft.com/office/drawing/2014/main" id="{F2CE2A98-5154-A544-BE2A-FDC0811C19A0}"/>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DC4EC832-8181-5643-8A62-117E43F0E498}"/>
              </a:ext>
            </a:extLst>
          </p:cNvPr>
          <p:cNvSpPr/>
          <p:nvPr/>
        </p:nvSpPr>
        <p:spPr>
          <a:xfrm>
            <a:off x="-1" y="1096772"/>
            <a:ext cx="263565"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ross 9">
            <a:extLst>
              <a:ext uri="{FF2B5EF4-FFF2-40B4-BE49-F238E27FC236}">
                <a16:creationId xmlns:a16="http://schemas.microsoft.com/office/drawing/2014/main" id="{24AF3281-BC22-374D-A461-8B3181F600AA}"/>
              </a:ext>
            </a:extLst>
          </p:cNvPr>
          <p:cNvSpPr/>
          <p:nvPr/>
        </p:nvSpPr>
        <p:spPr>
          <a:xfrm>
            <a:off x="58248"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95620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952BFD-D607-6845-9C7B-1C8D3B4EE760}"/>
              </a:ext>
            </a:extLst>
          </p:cNvPr>
          <p:cNvSpPr>
            <a:spLocks noGrp="1"/>
          </p:cNvSpPr>
          <p:nvPr>
            <p:ph type="title"/>
          </p:nvPr>
        </p:nvSpPr>
        <p:spPr>
          <a:xfrm>
            <a:off x="565149" y="1204721"/>
            <a:ext cx="8267296" cy="144655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EEBB52FF-3B04-8245-BF0B-89C9E293362A}"/>
              </a:ext>
            </a:extLst>
          </p:cNvPr>
          <p:cNvSpPr>
            <a:spLocks noGrp="1"/>
          </p:cNvSpPr>
          <p:nvPr>
            <p:ph type="body" idx="1"/>
          </p:nvPr>
        </p:nvSpPr>
        <p:spPr>
          <a:xfrm>
            <a:off x="565150" y="2691638"/>
            <a:ext cx="8267296" cy="318858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A99BFE-CBDD-C344-A21E-44A52F11B662}"/>
              </a:ext>
            </a:extLst>
          </p:cNvPr>
          <p:cNvSpPr>
            <a:spLocks noGrp="1"/>
          </p:cNvSpPr>
          <p:nvPr>
            <p:ph type="dt" sz="half" idx="2"/>
          </p:nvPr>
        </p:nvSpPr>
        <p:spPr>
          <a:xfrm>
            <a:off x="565149" y="5949696"/>
            <a:ext cx="4114800" cy="365125"/>
          </a:xfrm>
          <a:prstGeom prst="rect">
            <a:avLst/>
          </a:prstGeom>
        </p:spPr>
        <p:txBody>
          <a:bodyPr vert="horz" lIns="91440" tIns="45720" rIns="91440" bIns="45720" rtlCol="0" anchor="ctr" anchorCtr="0"/>
          <a:lstStyle>
            <a:lvl1pPr algn="l">
              <a:defRPr lang="en-US" sz="1050" smtClean="0">
                <a:latin typeface="+mn-lt"/>
              </a:defRPr>
            </a:lvl1pPr>
          </a:lstStyle>
          <a:p>
            <a:fld id="{73C3BD54-29B9-3D42-B178-776ED395AA85}" type="datetimeFigureOut">
              <a:rPr lang="en-US" smtClean="0"/>
              <a:pPr/>
              <a:t>11/16/2023</a:t>
            </a:fld>
            <a:endParaRPr lang="en-US"/>
          </a:p>
        </p:txBody>
      </p:sp>
      <p:sp>
        <p:nvSpPr>
          <p:cNvPr id="5" name="Footer Placeholder 4">
            <a:extLst>
              <a:ext uri="{FF2B5EF4-FFF2-40B4-BE49-F238E27FC236}">
                <a16:creationId xmlns:a16="http://schemas.microsoft.com/office/drawing/2014/main" id="{BDC371C0-3DCE-0743-946F-C7540DD7895F}"/>
              </a:ext>
            </a:extLst>
          </p:cNvPr>
          <p:cNvSpPr>
            <a:spLocks noGrp="1"/>
          </p:cNvSpPr>
          <p:nvPr>
            <p:ph type="ftr" sz="quarter" idx="3"/>
          </p:nvPr>
        </p:nvSpPr>
        <p:spPr>
          <a:xfrm>
            <a:off x="565150" y="543179"/>
            <a:ext cx="4114800" cy="246888"/>
          </a:xfrm>
          <a:prstGeom prst="rect">
            <a:avLst/>
          </a:prstGeom>
        </p:spPr>
        <p:txBody>
          <a:bodyPr vert="horz" lIns="91440" tIns="45720" rIns="91440" bIns="45720" rtlCol="0" anchor="ctr" anchorCtr="0"/>
          <a:lstStyle>
            <a:lvl1pPr algn="l">
              <a:defRPr lang="en-US" sz="1050">
                <a:latin typeface="+mn-lt"/>
              </a:defRPr>
            </a:lvl1pPr>
          </a:lstStyle>
          <a:p>
            <a:endParaRPr lang="en-US"/>
          </a:p>
        </p:txBody>
      </p:sp>
      <p:sp>
        <p:nvSpPr>
          <p:cNvPr id="6" name="Slide Number Placeholder 5">
            <a:extLst>
              <a:ext uri="{FF2B5EF4-FFF2-40B4-BE49-F238E27FC236}">
                <a16:creationId xmlns:a16="http://schemas.microsoft.com/office/drawing/2014/main" id="{E6E32ADB-4517-194F-8B4B-A9D26B3C02E3}"/>
              </a:ext>
            </a:extLst>
          </p:cNvPr>
          <p:cNvSpPr>
            <a:spLocks noGrp="1"/>
          </p:cNvSpPr>
          <p:nvPr>
            <p:ph type="sldNum" sz="quarter" idx="4"/>
          </p:nvPr>
        </p:nvSpPr>
        <p:spPr>
          <a:xfrm>
            <a:off x="10813024" y="511175"/>
            <a:ext cx="914400" cy="310896"/>
          </a:xfrm>
          <a:prstGeom prst="rect">
            <a:avLst/>
          </a:prstGeom>
        </p:spPr>
        <p:txBody>
          <a:bodyPr vert="horz" lIns="91440" tIns="45720" rIns="91440" bIns="45720" rtlCol="0" anchor="ctr"/>
          <a:lstStyle>
            <a:lvl1pPr algn="r">
              <a:defRPr sz="1400" b="0" i="0">
                <a:solidFill>
                  <a:schemeClr val="tx1"/>
                </a:solidFill>
                <a:latin typeface="+mn-lt"/>
              </a:defRPr>
            </a:lvl1pPr>
          </a:lstStyle>
          <a:p>
            <a:fld id="{86BB3423-611C-6944-BA94-F2572F362413}" type="slidenum">
              <a:rPr lang="en-US" smtClean="0"/>
              <a:pPr/>
              <a:t>‹#›</a:t>
            </a:fld>
            <a:endParaRPr lang="en-US"/>
          </a:p>
        </p:txBody>
      </p:sp>
    </p:spTree>
    <p:extLst>
      <p:ext uri="{BB962C8B-B14F-4D97-AF65-F5344CB8AC3E}">
        <p14:creationId xmlns:p14="http://schemas.microsoft.com/office/powerpoint/2010/main" val="840486033"/>
      </p:ext>
    </p:extLst>
  </p:cSld>
  <p:clrMap bg1="lt1" tx1="dk1" bg2="lt2" tx2="dk2" accent1="accent1" accent2="accent2" accent3="accent3" accent4="accent4" accent5="accent5" accent6="accent6" hlink="hlink" folHlink="folHlink"/>
  <p:sldLayoutIdLst>
    <p:sldLayoutId id="2147483801" r:id="rId1"/>
    <p:sldLayoutId id="2147483800" r:id="rId2"/>
    <p:sldLayoutId id="2147483799" r:id="rId3"/>
    <p:sldLayoutId id="2147483798" r:id="rId4"/>
    <p:sldLayoutId id="2147483797" r:id="rId5"/>
    <p:sldLayoutId id="2147483796" r:id="rId6"/>
    <p:sldLayoutId id="2147483795" r:id="rId7"/>
    <p:sldLayoutId id="2147483794" r:id="rId8"/>
    <p:sldLayoutId id="2147483793" r:id="rId9"/>
    <p:sldLayoutId id="2147483792" r:id="rId10"/>
    <p:sldLayoutId id="2147483791" r:id="rId11"/>
  </p:sldLayoutIdLst>
  <p:txStyles>
    <p:title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System Font Regular"/>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System Font Regular"/>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System Font Regular"/>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System Font Regular"/>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System Font Regular"/>
        <a:buChar char="–"/>
        <a:defRPr sz="16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14F048CC-17C9-B246-BF2A-29E51AD1C6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descr="Colored pencils inside a pencil holder which is on top of a wood table">
            <a:extLst>
              <a:ext uri="{FF2B5EF4-FFF2-40B4-BE49-F238E27FC236}">
                <a16:creationId xmlns:a16="http://schemas.microsoft.com/office/drawing/2014/main" id="{046F8776-0A6B-4C03-82FE-A6DF0E495705}"/>
              </a:ext>
            </a:extLst>
          </p:cNvPr>
          <p:cNvPicPr>
            <a:picLocks noChangeAspect="1"/>
          </p:cNvPicPr>
          <p:nvPr/>
        </p:nvPicPr>
        <p:blipFill rotWithShape="1">
          <a:blip r:embed="rId3"/>
          <a:srcRect t="15730"/>
          <a:stretch/>
        </p:blipFill>
        <p:spPr>
          <a:xfrm>
            <a:off x="20" y="10"/>
            <a:ext cx="12191980" cy="6857990"/>
          </a:xfrm>
          <a:prstGeom prst="rect">
            <a:avLst/>
          </a:prstGeom>
        </p:spPr>
      </p:pic>
      <p:sp>
        <p:nvSpPr>
          <p:cNvPr id="40" name="Rectangle">
            <a:extLst>
              <a:ext uri="{FF2B5EF4-FFF2-40B4-BE49-F238E27FC236}">
                <a16:creationId xmlns:a16="http://schemas.microsoft.com/office/drawing/2014/main" id="{86E439A5-A7E3-5047-A686-06C27A818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917506"/>
            <a:ext cx="10549940" cy="2374362"/>
          </a:xfrm>
          <a:prstGeom prst="rect">
            <a:avLst/>
          </a:prstGeom>
          <a:gradFill flip="none" rotWithShape="1">
            <a:gsLst>
              <a:gs pos="32000">
                <a:schemeClr val="bg1">
                  <a:alpha val="67000"/>
                </a:schemeClr>
              </a:gs>
              <a:gs pos="0">
                <a:schemeClr val="bg1">
                  <a:alpha val="55000"/>
                </a:schemeClr>
              </a:gs>
              <a:gs pos="99000">
                <a:schemeClr val="bg1">
                  <a:alpha val="55000"/>
                </a:schemeClr>
              </a:gs>
            </a:gsLst>
            <a:path path="circle">
              <a:fillToRect r="100000" b="100000"/>
            </a:path>
            <a:tileRect l="-100000" t="-100000"/>
          </a:gradFill>
          <a:ln w="12700">
            <a:miter lim="400000"/>
          </a:ln>
        </p:spPr>
        <p:txBody>
          <a:bodyPr lIns="50800" tIns="50800" rIns="50800" bIns="50800" anchor="ctr"/>
          <a:lstStyle/>
          <a:p>
            <a:pPr algn="ctr"/>
            <a:endParaRPr sz="2600" cap="all">
              <a:solidFill>
                <a:srgbClr val="FFFFFF"/>
              </a:solidFill>
              <a:sym typeface="Avenir Next"/>
            </a:endParaRPr>
          </a:p>
        </p:txBody>
      </p:sp>
      <p:sp>
        <p:nvSpPr>
          <p:cNvPr id="42" name="Cross 41">
            <a:extLst>
              <a:ext uri="{FF2B5EF4-FFF2-40B4-BE49-F238E27FC236}">
                <a16:creationId xmlns:a16="http://schemas.microsoft.com/office/drawing/2014/main" id="{24124FF1-775D-AC4A-81D0-73FC0F54A6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42508"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C53E2C7F-F4FF-A94D-ACAE-82823EC88F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471462-FED0-85A2-37CC-BA134CE0D3F9}"/>
              </a:ext>
            </a:extLst>
          </p:cNvPr>
          <p:cNvSpPr>
            <a:spLocks noGrp="1"/>
          </p:cNvSpPr>
          <p:nvPr>
            <p:ph type="ctrTitle"/>
          </p:nvPr>
        </p:nvSpPr>
        <p:spPr>
          <a:xfrm>
            <a:off x="565149" y="4162776"/>
            <a:ext cx="9316409" cy="1453896"/>
          </a:xfrm>
        </p:spPr>
        <p:txBody>
          <a:bodyPr>
            <a:normAutofit/>
          </a:bodyPr>
          <a:lstStyle/>
          <a:p>
            <a:r>
              <a:rPr lang="en-US"/>
              <a:t>InCollege</a:t>
            </a:r>
          </a:p>
        </p:txBody>
      </p:sp>
      <p:sp>
        <p:nvSpPr>
          <p:cNvPr id="3" name="Subtitle 2">
            <a:extLst>
              <a:ext uri="{FF2B5EF4-FFF2-40B4-BE49-F238E27FC236}">
                <a16:creationId xmlns:a16="http://schemas.microsoft.com/office/drawing/2014/main" id="{7232A211-E7AB-5ECA-4919-C0E6F6888FDC}"/>
              </a:ext>
            </a:extLst>
          </p:cNvPr>
          <p:cNvSpPr>
            <a:spLocks noGrp="1"/>
          </p:cNvSpPr>
          <p:nvPr>
            <p:ph type="subTitle" idx="1"/>
          </p:nvPr>
        </p:nvSpPr>
        <p:spPr>
          <a:xfrm>
            <a:off x="565149" y="5650781"/>
            <a:ext cx="9316409" cy="457200"/>
          </a:xfrm>
        </p:spPr>
        <p:txBody>
          <a:bodyPr>
            <a:normAutofit/>
          </a:bodyPr>
          <a:lstStyle/>
          <a:p>
            <a:r>
              <a:rPr lang="en-US"/>
              <a:t>Team Montana</a:t>
            </a:r>
          </a:p>
        </p:txBody>
      </p:sp>
    </p:spTree>
    <p:extLst>
      <p:ext uri="{BB962C8B-B14F-4D97-AF65-F5344CB8AC3E}">
        <p14:creationId xmlns:p14="http://schemas.microsoft.com/office/powerpoint/2010/main" val="59965369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579E3846-8D0B-B14A-817A-7FAC9DDAB4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52EC34-E98B-6675-CF5C-092E5E72BD1E}"/>
              </a:ext>
            </a:extLst>
          </p:cNvPr>
          <p:cNvSpPr>
            <a:spLocks noGrp="1"/>
          </p:cNvSpPr>
          <p:nvPr>
            <p:ph type="title"/>
          </p:nvPr>
        </p:nvSpPr>
        <p:spPr>
          <a:xfrm>
            <a:off x="7493192" y="1204721"/>
            <a:ext cx="4133647" cy="1446550"/>
          </a:xfrm>
        </p:spPr>
        <p:txBody>
          <a:bodyPr>
            <a:normAutofit/>
          </a:bodyPr>
          <a:lstStyle/>
          <a:p>
            <a:r>
              <a:rPr lang="en-US"/>
              <a:t>Agenda</a:t>
            </a:r>
          </a:p>
        </p:txBody>
      </p:sp>
      <p:sp>
        <p:nvSpPr>
          <p:cNvPr id="3" name="Content Placeholder 2">
            <a:extLst>
              <a:ext uri="{FF2B5EF4-FFF2-40B4-BE49-F238E27FC236}">
                <a16:creationId xmlns:a16="http://schemas.microsoft.com/office/drawing/2014/main" id="{91407A3A-2989-98AA-DDEE-C3E73D929082}"/>
              </a:ext>
            </a:extLst>
          </p:cNvPr>
          <p:cNvSpPr>
            <a:spLocks noGrp="1"/>
          </p:cNvSpPr>
          <p:nvPr>
            <p:ph idx="1"/>
          </p:nvPr>
        </p:nvSpPr>
        <p:spPr>
          <a:xfrm>
            <a:off x="7493193" y="2691638"/>
            <a:ext cx="4133647" cy="3188586"/>
          </a:xfrm>
        </p:spPr>
        <p:txBody>
          <a:bodyPr>
            <a:normAutofit/>
          </a:bodyPr>
          <a:lstStyle/>
          <a:p>
            <a:r>
              <a:rPr lang="en-US"/>
              <a:t>Functionality</a:t>
            </a:r>
          </a:p>
          <a:p>
            <a:r>
              <a:rPr lang="en-US"/>
              <a:t>Code Design</a:t>
            </a:r>
          </a:p>
          <a:p>
            <a:r>
              <a:rPr lang="en-US"/>
              <a:t>Q/A</a:t>
            </a:r>
          </a:p>
        </p:txBody>
      </p:sp>
      <p:pic>
        <p:nvPicPr>
          <p:cNvPr id="21" name="Picture 20" descr="Autoradiogram on white paper">
            <a:extLst>
              <a:ext uri="{FF2B5EF4-FFF2-40B4-BE49-F238E27FC236}">
                <a16:creationId xmlns:a16="http://schemas.microsoft.com/office/drawing/2014/main" id="{D4E84DF4-A9F8-135A-7CA8-C2D677E64937}"/>
              </a:ext>
            </a:extLst>
          </p:cNvPr>
          <p:cNvPicPr>
            <a:picLocks noChangeAspect="1"/>
          </p:cNvPicPr>
          <p:nvPr/>
        </p:nvPicPr>
        <p:blipFill rotWithShape="1">
          <a:blip r:embed="rId2"/>
          <a:srcRect l="16078" r="7722"/>
          <a:stretch/>
        </p:blipFill>
        <p:spPr>
          <a:xfrm>
            <a:off x="20" y="10"/>
            <a:ext cx="6967738" cy="6857990"/>
          </a:xfrm>
          <a:prstGeom prst="rect">
            <a:avLst/>
          </a:prstGeom>
        </p:spPr>
      </p:pic>
      <p:sp>
        <p:nvSpPr>
          <p:cNvPr id="22" name="Cross 21">
            <a:extLst>
              <a:ext uri="{FF2B5EF4-FFF2-40B4-BE49-F238E27FC236}">
                <a16:creationId xmlns:a16="http://schemas.microsoft.com/office/drawing/2014/main" id="{A12C7CBA-A034-9548-BC45-D37C25C008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6032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449ED22-D9F5-F848-A98A-7181D4EE7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3666"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9903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1D227D51-204B-ED48-AF9A-0BE9633FE0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4243" y="1096772"/>
            <a:ext cx="6503180"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ross 25">
            <a:extLst>
              <a:ext uri="{FF2B5EF4-FFF2-40B4-BE49-F238E27FC236}">
                <a16:creationId xmlns:a16="http://schemas.microsoft.com/office/drawing/2014/main" id="{57A23F45-CDAE-8A40-8DE7-92A0BBC119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6811" y="5624450"/>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8546383-CCC4-544B-B0D8-DE78DE39B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Rectangle 29">
            <a:extLst>
              <a:ext uri="{FF2B5EF4-FFF2-40B4-BE49-F238E27FC236}">
                <a16:creationId xmlns:a16="http://schemas.microsoft.com/office/drawing/2014/main" id="{6CA2C65D-0168-1245-86C8-62A8A6F7B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51E01C4-2E1D-EC74-CA1C-AF3B7FFD3FA1}"/>
              </a:ext>
            </a:extLst>
          </p:cNvPr>
          <p:cNvSpPr txBox="1"/>
          <p:nvPr/>
        </p:nvSpPr>
        <p:spPr>
          <a:xfrm>
            <a:off x="797106" y="1625608"/>
            <a:ext cx="3882844" cy="2722164"/>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defTabSz="914400">
              <a:spcBef>
                <a:spcPct val="0"/>
              </a:spcBef>
              <a:spcAft>
                <a:spcPts val="600"/>
              </a:spcAft>
            </a:pPr>
            <a:r>
              <a:rPr lang="en-US" sz="6000" kern="1200" spc="-150">
                <a:solidFill>
                  <a:schemeClr val="tx1"/>
                </a:solidFill>
                <a:latin typeface="+mj-lt"/>
                <a:ea typeface="+mj-ea"/>
                <a:cs typeface="+mj-cs"/>
              </a:rPr>
              <a:t>Main Menu</a:t>
            </a:r>
          </a:p>
        </p:txBody>
      </p:sp>
      <p:pic>
        <p:nvPicPr>
          <p:cNvPr id="2" name="Picture 1" descr="A screenshot of a computer&#10;&#10;Description automatically generated">
            <a:extLst>
              <a:ext uri="{FF2B5EF4-FFF2-40B4-BE49-F238E27FC236}">
                <a16:creationId xmlns:a16="http://schemas.microsoft.com/office/drawing/2014/main" id="{DF689388-AFBB-5451-8D8D-A627B5A905BC}"/>
              </a:ext>
            </a:extLst>
          </p:cNvPr>
          <p:cNvPicPr>
            <a:picLocks noChangeAspect="1"/>
          </p:cNvPicPr>
          <p:nvPr/>
        </p:nvPicPr>
        <p:blipFill rotWithShape="1">
          <a:blip r:embed="rId2"/>
          <a:srcRect r="14180" b="2"/>
          <a:stretch/>
        </p:blipFill>
        <p:spPr>
          <a:xfrm>
            <a:off x="5015751" y="10"/>
            <a:ext cx="7176249" cy="6857990"/>
          </a:xfrm>
          <a:prstGeom prst="rect">
            <a:avLst/>
          </a:prstGeom>
        </p:spPr>
      </p:pic>
      <p:sp>
        <p:nvSpPr>
          <p:cNvPr id="32" name="Cross 31">
            <a:extLst>
              <a:ext uri="{FF2B5EF4-FFF2-40B4-BE49-F238E27FC236}">
                <a16:creationId xmlns:a16="http://schemas.microsoft.com/office/drawing/2014/main" id="{4029224B-C0FC-EC47-B248-0D4271BC7F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5751" y="5624450"/>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755E9273-3717-C94C-9BFF-75E87E47C4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5413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6451E74A-2C51-7845-D460-5357588A3329}"/>
              </a:ext>
            </a:extLst>
          </p:cNvPr>
          <p:cNvPicPr>
            <a:picLocks noChangeAspect="1"/>
          </p:cNvPicPr>
          <p:nvPr/>
        </p:nvPicPr>
        <p:blipFill>
          <a:blip r:embed="rId2"/>
          <a:stretch>
            <a:fillRect/>
          </a:stretch>
        </p:blipFill>
        <p:spPr>
          <a:xfrm>
            <a:off x="801291" y="1219200"/>
            <a:ext cx="4952826" cy="411480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D9BA13EA-83C8-54F6-8F3B-7F380C290B16}"/>
              </a:ext>
            </a:extLst>
          </p:cNvPr>
          <p:cNvPicPr>
            <a:picLocks noChangeAspect="1"/>
          </p:cNvPicPr>
          <p:nvPr/>
        </p:nvPicPr>
        <p:blipFill>
          <a:blip r:embed="rId3"/>
          <a:stretch>
            <a:fillRect/>
          </a:stretch>
        </p:blipFill>
        <p:spPr>
          <a:xfrm>
            <a:off x="6395218" y="1230796"/>
            <a:ext cx="4950912" cy="4114800"/>
          </a:xfrm>
          <a:prstGeom prst="rect">
            <a:avLst/>
          </a:prstGeom>
        </p:spPr>
      </p:pic>
      <p:sp>
        <p:nvSpPr>
          <p:cNvPr id="4" name="TextBox 3">
            <a:extLst>
              <a:ext uri="{FF2B5EF4-FFF2-40B4-BE49-F238E27FC236}">
                <a16:creationId xmlns:a16="http://schemas.microsoft.com/office/drawing/2014/main" id="{422E9DB4-2711-20C3-9EA3-4AB102CFA601}"/>
              </a:ext>
            </a:extLst>
          </p:cNvPr>
          <p:cNvSpPr txBox="1"/>
          <p:nvPr/>
        </p:nvSpPr>
        <p:spPr>
          <a:xfrm>
            <a:off x="2433017" y="275397"/>
            <a:ext cx="672754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4"/>
            <a:r>
              <a:rPr lang="en-US" sz="3200"/>
              <a:t>Searching for users.</a:t>
            </a:r>
          </a:p>
        </p:txBody>
      </p:sp>
    </p:spTree>
    <p:extLst>
      <p:ext uri="{BB962C8B-B14F-4D97-AF65-F5344CB8AC3E}">
        <p14:creationId xmlns:p14="http://schemas.microsoft.com/office/powerpoint/2010/main" val="485531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 screen&#10;&#10;Description automatically generated">
            <a:extLst>
              <a:ext uri="{FF2B5EF4-FFF2-40B4-BE49-F238E27FC236}">
                <a16:creationId xmlns:a16="http://schemas.microsoft.com/office/drawing/2014/main" id="{920F451B-1EDA-177A-5D77-13C56B6394B8}"/>
              </a:ext>
            </a:extLst>
          </p:cNvPr>
          <p:cNvPicPr>
            <a:picLocks noChangeAspect="1"/>
          </p:cNvPicPr>
          <p:nvPr/>
        </p:nvPicPr>
        <p:blipFill>
          <a:blip r:embed="rId2"/>
          <a:stretch>
            <a:fillRect/>
          </a:stretch>
        </p:blipFill>
        <p:spPr>
          <a:xfrm>
            <a:off x="3435809" y="369407"/>
            <a:ext cx="5328663" cy="5920407"/>
          </a:xfrm>
          <a:prstGeom prst="rect">
            <a:avLst/>
          </a:prstGeom>
        </p:spPr>
      </p:pic>
      <p:sp>
        <p:nvSpPr>
          <p:cNvPr id="3" name="TextBox 2">
            <a:extLst>
              <a:ext uri="{FF2B5EF4-FFF2-40B4-BE49-F238E27FC236}">
                <a16:creationId xmlns:a16="http://schemas.microsoft.com/office/drawing/2014/main" id="{A3599468-66D8-2EF8-CDD0-5892B7C2C31E}"/>
              </a:ext>
            </a:extLst>
          </p:cNvPr>
          <p:cNvSpPr txBox="1"/>
          <p:nvPr/>
        </p:nvSpPr>
        <p:spPr>
          <a:xfrm>
            <a:off x="507309" y="304385"/>
            <a:ext cx="246407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t>Creating an Account</a:t>
            </a:r>
          </a:p>
        </p:txBody>
      </p:sp>
    </p:spTree>
    <p:extLst>
      <p:ext uri="{BB962C8B-B14F-4D97-AF65-F5344CB8AC3E}">
        <p14:creationId xmlns:p14="http://schemas.microsoft.com/office/powerpoint/2010/main" val="1550979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 screen&#10;&#10;Description automatically generated">
            <a:extLst>
              <a:ext uri="{FF2B5EF4-FFF2-40B4-BE49-F238E27FC236}">
                <a16:creationId xmlns:a16="http://schemas.microsoft.com/office/drawing/2014/main" id="{4378B2E5-9F18-4920-C60E-F6B05BE64C49}"/>
              </a:ext>
            </a:extLst>
          </p:cNvPr>
          <p:cNvPicPr>
            <a:picLocks noChangeAspect="1"/>
          </p:cNvPicPr>
          <p:nvPr/>
        </p:nvPicPr>
        <p:blipFill>
          <a:blip r:embed="rId2"/>
          <a:stretch>
            <a:fillRect/>
          </a:stretch>
        </p:blipFill>
        <p:spPr>
          <a:xfrm>
            <a:off x="3577830" y="336275"/>
            <a:ext cx="5036339" cy="5887277"/>
          </a:xfrm>
          <a:prstGeom prst="rect">
            <a:avLst/>
          </a:prstGeom>
        </p:spPr>
      </p:pic>
      <p:sp>
        <p:nvSpPr>
          <p:cNvPr id="3" name="TextBox 2">
            <a:extLst>
              <a:ext uri="{FF2B5EF4-FFF2-40B4-BE49-F238E27FC236}">
                <a16:creationId xmlns:a16="http://schemas.microsoft.com/office/drawing/2014/main" id="{EB32F941-7A88-CB9D-3F83-C398BAD3FA46}"/>
              </a:ext>
            </a:extLst>
          </p:cNvPr>
          <p:cNvSpPr txBox="1"/>
          <p:nvPr/>
        </p:nvSpPr>
        <p:spPr>
          <a:xfrm>
            <a:off x="507309" y="231913"/>
            <a:ext cx="259452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t>Logging in</a:t>
            </a:r>
          </a:p>
        </p:txBody>
      </p:sp>
    </p:spTree>
    <p:extLst>
      <p:ext uri="{BB962C8B-B14F-4D97-AF65-F5344CB8AC3E}">
        <p14:creationId xmlns:p14="http://schemas.microsoft.com/office/powerpoint/2010/main" val="2385248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 program&#10;&#10;Description automatically generated">
            <a:extLst>
              <a:ext uri="{FF2B5EF4-FFF2-40B4-BE49-F238E27FC236}">
                <a16:creationId xmlns:a16="http://schemas.microsoft.com/office/drawing/2014/main" id="{D73BF779-CBFD-4299-D029-7720B2853018}"/>
              </a:ext>
            </a:extLst>
          </p:cNvPr>
          <p:cNvPicPr>
            <a:picLocks noChangeAspect="1"/>
          </p:cNvPicPr>
          <p:nvPr/>
        </p:nvPicPr>
        <p:blipFill>
          <a:blip r:embed="rId2"/>
          <a:stretch>
            <a:fillRect/>
          </a:stretch>
        </p:blipFill>
        <p:spPr>
          <a:xfrm>
            <a:off x="3136678" y="509833"/>
            <a:ext cx="3661255" cy="5881253"/>
          </a:xfrm>
          <a:prstGeom prst="rect">
            <a:avLst/>
          </a:prstGeom>
        </p:spPr>
      </p:pic>
      <p:pic>
        <p:nvPicPr>
          <p:cNvPr id="3" name="Picture 2" descr="A screenshot of a computer program&#10;&#10;Description automatically generated">
            <a:extLst>
              <a:ext uri="{FF2B5EF4-FFF2-40B4-BE49-F238E27FC236}">
                <a16:creationId xmlns:a16="http://schemas.microsoft.com/office/drawing/2014/main" id="{609FEAC6-81A2-C3AB-562E-0DD3A0AEB5DB}"/>
              </a:ext>
            </a:extLst>
          </p:cNvPr>
          <p:cNvPicPr>
            <a:picLocks noChangeAspect="1"/>
          </p:cNvPicPr>
          <p:nvPr/>
        </p:nvPicPr>
        <p:blipFill>
          <a:blip r:embed="rId3"/>
          <a:stretch>
            <a:fillRect/>
          </a:stretch>
        </p:blipFill>
        <p:spPr>
          <a:xfrm>
            <a:off x="7118476" y="510211"/>
            <a:ext cx="4117306" cy="5837581"/>
          </a:xfrm>
          <a:prstGeom prst="rect">
            <a:avLst/>
          </a:prstGeom>
        </p:spPr>
      </p:pic>
      <p:sp>
        <p:nvSpPr>
          <p:cNvPr id="4" name="TextBox 3">
            <a:extLst>
              <a:ext uri="{FF2B5EF4-FFF2-40B4-BE49-F238E27FC236}">
                <a16:creationId xmlns:a16="http://schemas.microsoft.com/office/drawing/2014/main" id="{FA9F765A-33C0-D160-5506-F133E4A2B105}"/>
              </a:ext>
            </a:extLst>
          </p:cNvPr>
          <p:cNvSpPr txBox="1"/>
          <p:nvPr/>
        </p:nvSpPr>
        <p:spPr>
          <a:xfrm>
            <a:off x="675220" y="518415"/>
            <a:ext cx="166781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t>Post A Job</a:t>
            </a:r>
          </a:p>
        </p:txBody>
      </p:sp>
      <p:sp>
        <p:nvSpPr>
          <p:cNvPr id="5" name="TextBox 4">
            <a:extLst>
              <a:ext uri="{FF2B5EF4-FFF2-40B4-BE49-F238E27FC236}">
                <a16:creationId xmlns:a16="http://schemas.microsoft.com/office/drawing/2014/main" id="{364A95B6-26F9-727D-A40D-E4754973F365}"/>
              </a:ext>
            </a:extLst>
          </p:cNvPr>
          <p:cNvSpPr txBox="1"/>
          <p:nvPr/>
        </p:nvSpPr>
        <p:spPr>
          <a:xfrm>
            <a:off x="677572" y="3238688"/>
            <a:ext cx="1969943"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t>Display A List of Jobs</a:t>
            </a:r>
          </a:p>
        </p:txBody>
      </p:sp>
      <p:sp>
        <p:nvSpPr>
          <p:cNvPr id="6" name="TextBox 5">
            <a:extLst>
              <a:ext uri="{FF2B5EF4-FFF2-40B4-BE49-F238E27FC236}">
                <a16:creationId xmlns:a16="http://schemas.microsoft.com/office/drawing/2014/main" id="{84AA4967-7F70-04D8-1495-31FD3078777C}"/>
              </a:ext>
            </a:extLst>
          </p:cNvPr>
          <p:cNvSpPr txBox="1"/>
          <p:nvPr/>
        </p:nvSpPr>
        <p:spPr>
          <a:xfrm>
            <a:off x="679174" y="2215598"/>
            <a:ext cx="155091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600"/>
              <a:t>And</a:t>
            </a:r>
          </a:p>
        </p:txBody>
      </p:sp>
    </p:spTree>
    <p:extLst>
      <p:ext uri="{BB962C8B-B14F-4D97-AF65-F5344CB8AC3E}">
        <p14:creationId xmlns:p14="http://schemas.microsoft.com/office/powerpoint/2010/main" val="1881501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screen&#10;&#10;Description automatically generated">
            <a:extLst>
              <a:ext uri="{FF2B5EF4-FFF2-40B4-BE49-F238E27FC236}">
                <a16:creationId xmlns:a16="http://schemas.microsoft.com/office/drawing/2014/main" id="{A6B77B87-03A2-E226-E075-9E8DA3DEF2B5}"/>
              </a:ext>
            </a:extLst>
          </p:cNvPr>
          <p:cNvPicPr>
            <a:picLocks noChangeAspect="1"/>
          </p:cNvPicPr>
          <p:nvPr/>
        </p:nvPicPr>
        <p:blipFill>
          <a:blip r:embed="rId2"/>
          <a:stretch>
            <a:fillRect/>
          </a:stretch>
        </p:blipFill>
        <p:spPr>
          <a:xfrm>
            <a:off x="4376230" y="352840"/>
            <a:ext cx="3439540" cy="6152321"/>
          </a:xfrm>
          <a:prstGeom prst="rect">
            <a:avLst/>
          </a:prstGeom>
        </p:spPr>
      </p:pic>
      <p:sp>
        <p:nvSpPr>
          <p:cNvPr id="4" name="TextBox 3">
            <a:extLst>
              <a:ext uri="{FF2B5EF4-FFF2-40B4-BE49-F238E27FC236}">
                <a16:creationId xmlns:a16="http://schemas.microsoft.com/office/drawing/2014/main" id="{D13A6050-E2D1-0C51-1EA8-F24D3E78FA7D}"/>
              </a:ext>
            </a:extLst>
          </p:cNvPr>
          <p:cNvSpPr txBox="1"/>
          <p:nvPr/>
        </p:nvSpPr>
        <p:spPr>
          <a:xfrm>
            <a:off x="695739" y="391353"/>
            <a:ext cx="329026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t>Setting your language</a:t>
            </a:r>
          </a:p>
        </p:txBody>
      </p:sp>
    </p:spTree>
    <p:extLst>
      <p:ext uri="{BB962C8B-B14F-4D97-AF65-F5344CB8AC3E}">
        <p14:creationId xmlns:p14="http://schemas.microsoft.com/office/powerpoint/2010/main" val="201716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 screen&#10;&#10;Description automatically generated">
            <a:extLst>
              <a:ext uri="{FF2B5EF4-FFF2-40B4-BE49-F238E27FC236}">
                <a16:creationId xmlns:a16="http://schemas.microsoft.com/office/drawing/2014/main" id="{1801BFAD-920B-9011-752D-15A01A2BB388}"/>
              </a:ext>
            </a:extLst>
          </p:cNvPr>
          <p:cNvPicPr>
            <a:picLocks noChangeAspect="1"/>
          </p:cNvPicPr>
          <p:nvPr/>
        </p:nvPicPr>
        <p:blipFill>
          <a:blip r:embed="rId2"/>
          <a:stretch>
            <a:fillRect/>
          </a:stretch>
        </p:blipFill>
        <p:spPr>
          <a:xfrm>
            <a:off x="3881911" y="742122"/>
            <a:ext cx="4428176" cy="5382038"/>
          </a:xfrm>
          <a:prstGeom prst="rect">
            <a:avLst/>
          </a:prstGeom>
        </p:spPr>
      </p:pic>
      <p:sp>
        <p:nvSpPr>
          <p:cNvPr id="3" name="TextBox 2">
            <a:extLst>
              <a:ext uri="{FF2B5EF4-FFF2-40B4-BE49-F238E27FC236}">
                <a16:creationId xmlns:a16="http://schemas.microsoft.com/office/drawing/2014/main" id="{B2D2D4B8-A0AB-B23F-743C-AE4916722454}"/>
              </a:ext>
            </a:extLst>
          </p:cNvPr>
          <p:cNvSpPr txBox="1"/>
          <p:nvPr/>
        </p:nvSpPr>
        <p:spPr>
          <a:xfrm>
            <a:off x="739222" y="521804"/>
            <a:ext cx="2724978"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t>Sending Friend Requests</a:t>
            </a:r>
          </a:p>
        </p:txBody>
      </p:sp>
    </p:spTree>
    <p:extLst>
      <p:ext uri="{BB962C8B-B14F-4D97-AF65-F5344CB8AC3E}">
        <p14:creationId xmlns:p14="http://schemas.microsoft.com/office/powerpoint/2010/main" val="468430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 program&#10;&#10;Description automatically generated">
            <a:extLst>
              <a:ext uri="{FF2B5EF4-FFF2-40B4-BE49-F238E27FC236}">
                <a16:creationId xmlns:a16="http://schemas.microsoft.com/office/drawing/2014/main" id="{F1F7CDE4-4080-677A-C898-EAFE7E1597A4}"/>
              </a:ext>
            </a:extLst>
          </p:cNvPr>
          <p:cNvPicPr>
            <a:picLocks noChangeAspect="1"/>
          </p:cNvPicPr>
          <p:nvPr/>
        </p:nvPicPr>
        <p:blipFill>
          <a:blip r:embed="rId2"/>
          <a:stretch>
            <a:fillRect/>
          </a:stretch>
        </p:blipFill>
        <p:spPr>
          <a:xfrm>
            <a:off x="7052516" y="661556"/>
            <a:ext cx="4652441" cy="5266457"/>
          </a:xfrm>
          <a:prstGeom prst="rect">
            <a:avLst/>
          </a:prstGeom>
        </p:spPr>
      </p:pic>
      <p:pic>
        <p:nvPicPr>
          <p:cNvPr id="5" name="Picture 4" descr="A screenshot of a computer program&#10;&#10;Description automatically generated">
            <a:extLst>
              <a:ext uri="{FF2B5EF4-FFF2-40B4-BE49-F238E27FC236}">
                <a16:creationId xmlns:a16="http://schemas.microsoft.com/office/drawing/2014/main" id="{179AB184-F2FC-15A3-0CBE-19DF1164C5EC}"/>
              </a:ext>
            </a:extLst>
          </p:cNvPr>
          <p:cNvPicPr>
            <a:picLocks noChangeAspect="1"/>
          </p:cNvPicPr>
          <p:nvPr/>
        </p:nvPicPr>
        <p:blipFill>
          <a:blip r:embed="rId3"/>
          <a:stretch>
            <a:fillRect/>
          </a:stretch>
        </p:blipFill>
        <p:spPr>
          <a:xfrm>
            <a:off x="2455906" y="661555"/>
            <a:ext cx="4353416" cy="5309754"/>
          </a:xfrm>
          <a:prstGeom prst="rect">
            <a:avLst/>
          </a:prstGeom>
        </p:spPr>
      </p:pic>
      <p:sp>
        <p:nvSpPr>
          <p:cNvPr id="6" name="TextBox 5">
            <a:extLst>
              <a:ext uri="{FF2B5EF4-FFF2-40B4-BE49-F238E27FC236}">
                <a16:creationId xmlns:a16="http://schemas.microsoft.com/office/drawing/2014/main" id="{D5DF8D4C-F028-A0ED-23BC-2DF66CAC336C}"/>
              </a:ext>
            </a:extLst>
          </p:cNvPr>
          <p:cNvSpPr txBox="1"/>
          <p:nvPr/>
        </p:nvSpPr>
        <p:spPr>
          <a:xfrm>
            <a:off x="272761" y="653761"/>
            <a:ext cx="195695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t>Creating A Profile</a:t>
            </a:r>
          </a:p>
        </p:txBody>
      </p:sp>
    </p:spTree>
    <p:extLst>
      <p:ext uri="{BB962C8B-B14F-4D97-AF65-F5344CB8AC3E}">
        <p14:creationId xmlns:p14="http://schemas.microsoft.com/office/powerpoint/2010/main" val="1632622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 program&#10;&#10;Description automatically generated">
            <a:extLst>
              <a:ext uri="{FF2B5EF4-FFF2-40B4-BE49-F238E27FC236}">
                <a16:creationId xmlns:a16="http://schemas.microsoft.com/office/drawing/2014/main" id="{22C35E45-1A2C-6B7B-312F-B021B9138009}"/>
              </a:ext>
            </a:extLst>
          </p:cNvPr>
          <p:cNvPicPr>
            <a:picLocks noChangeAspect="1"/>
          </p:cNvPicPr>
          <p:nvPr/>
        </p:nvPicPr>
        <p:blipFill>
          <a:blip r:embed="rId2"/>
          <a:stretch>
            <a:fillRect/>
          </a:stretch>
        </p:blipFill>
        <p:spPr>
          <a:xfrm>
            <a:off x="3478724" y="618260"/>
            <a:ext cx="5243210" cy="5612822"/>
          </a:xfrm>
          <a:prstGeom prst="rect">
            <a:avLst/>
          </a:prstGeom>
        </p:spPr>
      </p:pic>
      <p:sp>
        <p:nvSpPr>
          <p:cNvPr id="3" name="TextBox 2">
            <a:extLst>
              <a:ext uri="{FF2B5EF4-FFF2-40B4-BE49-F238E27FC236}">
                <a16:creationId xmlns:a16="http://schemas.microsoft.com/office/drawing/2014/main" id="{7353100D-D35F-F20F-D012-D69BB99DCE3E}"/>
              </a:ext>
            </a:extLst>
          </p:cNvPr>
          <p:cNvSpPr txBox="1"/>
          <p:nvPr/>
        </p:nvSpPr>
        <p:spPr>
          <a:xfrm>
            <a:off x="619125" y="489238"/>
            <a:ext cx="254577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t>Accepting Friend Requests</a:t>
            </a:r>
          </a:p>
        </p:txBody>
      </p:sp>
    </p:spTree>
    <p:extLst>
      <p:ext uri="{BB962C8B-B14F-4D97-AF65-F5344CB8AC3E}">
        <p14:creationId xmlns:p14="http://schemas.microsoft.com/office/powerpoint/2010/main" val="2563209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omputer screen shot of a program&#10;&#10;Description automatically generated">
            <a:extLst>
              <a:ext uri="{FF2B5EF4-FFF2-40B4-BE49-F238E27FC236}">
                <a16:creationId xmlns:a16="http://schemas.microsoft.com/office/drawing/2014/main" id="{2796242C-3312-3A8F-918F-A16D23A7CBF7}"/>
              </a:ext>
            </a:extLst>
          </p:cNvPr>
          <p:cNvPicPr>
            <a:picLocks noChangeAspect="1"/>
          </p:cNvPicPr>
          <p:nvPr/>
        </p:nvPicPr>
        <p:blipFill>
          <a:blip r:embed="rId2"/>
          <a:stretch>
            <a:fillRect/>
          </a:stretch>
        </p:blipFill>
        <p:spPr>
          <a:xfrm>
            <a:off x="2338520" y="843396"/>
            <a:ext cx="7506301" cy="5162549"/>
          </a:xfrm>
          <a:prstGeom prst="rect">
            <a:avLst/>
          </a:prstGeom>
        </p:spPr>
      </p:pic>
      <p:sp>
        <p:nvSpPr>
          <p:cNvPr id="3" name="TextBox 2">
            <a:extLst>
              <a:ext uri="{FF2B5EF4-FFF2-40B4-BE49-F238E27FC236}">
                <a16:creationId xmlns:a16="http://schemas.microsoft.com/office/drawing/2014/main" id="{CB326366-E8A8-A65D-EF61-C2EF3F22BFFF}"/>
              </a:ext>
            </a:extLst>
          </p:cNvPr>
          <p:cNvSpPr txBox="1"/>
          <p:nvPr/>
        </p:nvSpPr>
        <p:spPr>
          <a:xfrm>
            <a:off x="515215" y="378835"/>
            <a:ext cx="1894176"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t>View Your Profile</a:t>
            </a:r>
          </a:p>
        </p:txBody>
      </p:sp>
    </p:spTree>
    <p:extLst>
      <p:ext uri="{BB962C8B-B14F-4D97-AF65-F5344CB8AC3E}">
        <p14:creationId xmlns:p14="http://schemas.microsoft.com/office/powerpoint/2010/main" val="33724033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 program&#10;&#10;Description automatically generated">
            <a:extLst>
              <a:ext uri="{FF2B5EF4-FFF2-40B4-BE49-F238E27FC236}">
                <a16:creationId xmlns:a16="http://schemas.microsoft.com/office/drawing/2014/main" id="{720939CF-8D02-FCBE-9CCB-D9BC647EE60F}"/>
              </a:ext>
            </a:extLst>
          </p:cNvPr>
          <p:cNvPicPr>
            <a:picLocks noChangeAspect="1"/>
          </p:cNvPicPr>
          <p:nvPr/>
        </p:nvPicPr>
        <p:blipFill>
          <a:blip r:embed="rId2"/>
          <a:stretch>
            <a:fillRect/>
          </a:stretch>
        </p:blipFill>
        <p:spPr>
          <a:xfrm>
            <a:off x="1063587" y="938646"/>
            <a:ext cx="4938645" cy="4807526"/>
          </a:xfrm>
          <a:prstGeom prst="rect">
            <a:avLst/>
          </a:prstGeom>
        </p:spPr>
      </p:pic>
      <p:pic>
        <p:nvPicPr>
          <p:cNvPr id="5" name="Picture 4" descr="A screenshot of a computer program&#10;&#10;Description automatically generated">
            <a:extLst>
              <a:ext uri="{FF2B5EF4-FFF2-40B4-BE49-F238E27FC236}">
                <a16:creationId xmlns:a16="http://schemas.microsoft.com/office/drawing/2014/main" id="{5D168F3D-C162-CC8F-6D0C-74CE8DCBBFCC}"/>
              </a:ext>
            </a:extLst>
          </p:cNvPr>
          <p:cNvPicPr>
            <a:picLocks noChangeAspect="1"/>
          </p:cNvPicPr>
          <p:nvPr/>
        </p:nvPicPr>
        <p:blipFill>
          <a:blip r:embed="rId3"/>
          <a:stretch>
            <a:fillRect/>
          </a:stretch>
        </p:blipFill>
        <p:spPr>
          <a:xfrm>
            <a:off x="6508462" y="938645"/>
            <a:ext cx="5063257" cy="4807527"/>
          </a:xfrm>
          <a:prstGeom prst="rect">
            <a:avLst/>
          </a:prstGeom>
        </p:spPr>
      </p:pic>
      <p:sp>
        <p:nvSpPr>
          <p:cNvPr id="6" name="TextBox 5">
            <a:extLst>
              <a:ext uri="{FF2B5EF4-FFF2-40B4-BE49-F238E27FC236}">
                <a16:creationId xmlns:a16="http://schemas.microsoft.com/office/drawing/2014/main" id="{C653883C-6755-4B27-BC68-39A824923AD1}"/>
              </a:ext>
            </a:extLst>
          </p:cNvPr>
          <p:cNvSpPr txBox="1"/>
          <p:nvPr/>
        </p:nvSpPr>
        <p:spPr>
          <a:xfrm>
            <a:off x="2760084" y="201323"/>
            <a:ext cx="750093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ea typeface="+mn-lt"/>
                <a:cs typeface="+mn-lt"/>
              </a:rPr>
              <a:t>Get Notifications of New Job Postings</a:t>
            </a:r>
            <a:endParaRPr lang="en-US"/>
          </a:p>
        </p:txBody>
      </p:sp>
      <p:sp>
        <p:nvSpPr>
          <p:cNvPr id="7" name="TextBox 6">
            <a:extLst>
              <a:ext uri="{FF2B5EF4-FFF2-40B4-BE49-F238E27FC236}">
                <a16:creationId xmlns:a16="http://schemas.microsoft.com/office/drawing/2014/main" id="{57BFDB29-2997-2509-5F76-84031366F8AC}"/>
              </a:ext>
            </a:extLst>
          </p:cNvPr>
          <p:cNvSpPr txBox="1"/>
          <p:nvPr/>
        </p:nvSpPr>
        <p:spPr>
          <a:xfrm>
            <a:off x="4756005" y="5972607"/>
            <a:ext cx="680604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t>Apply For Jobs</a:t>
            </a:r>
          </a:p>
        </p:txBody>
      </p:sp>
    </p:spTree>
    <p:extLst>
      <p:ext uri="{BB962C8B-B14F-4D97-AF65-F5344CB8AC3E}">
        <p14:creationId xmlns:p14="http://schemas.microsoft.com/office/powerpoint/2010/main" val="712728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 program&#10;&#10;Description automatically generated">
            <a:extLst>
              <a:ext uri="{FF2B5EF4-FFF2-40B4-BE49-F238E27FC236}">
                <a16:creationId xmlns:a16="http://schemas.microsoft.com/office/drawing/2014/main" id="{B22F1427-2557-7441-97ED-37E2C6DC7EFC}"/>
              </a:ext>
            </a:extLst>
          </p:cNvPr>
          <p:cNvPicPr>
            <a:picLocks noChangeAspect="1"/>
          </p:cNvPicPr>
          <p:nvPr/>
        </p:nvPicPr>
        <p:blipFill>
          <a:blip r:embed="rId2"/>
          <a:stretch>
            <a:fillRect/>
          </a:stretch>
        </p:blipFill>
        <p:spPr>
          <a:xfrm>
            <a:off x="2763232" y="808760"/>
            <a:ext cx="6656877" cy="5240481"/>
          </a:xfrm>
          <a:prstGeom prst="rect">
            <a:avLst/>
          </a:prstGeom>
        </p:spPr>
      </p:pic>
      <p:sp>
        <p:nvSpPr>
          <p:cNvPr id="3" name="TextBox 2">
            <a:extLst>
              <a:ext uri="{FF2B5EF4-FFF2-40B4-BE49-F238E27FC236}">
                <a16:creationId xmlns:a16="http://schemas.microsoft.com/office/drawing/2014/main" id="{D5AB0A42-E3CD-F018-1831-CB1CB087AA0D}"/>
              </a:ext>
            </a:extLst>
          </p:cNvPr>
          <p:cNvSpPr txBox="1"/>
          <p:nvPr/>
        </p:nvSpPr>
        <p:spPr>
          <a:xfrm>
            <a:off x="625620" y="807460"/>
            <a:ext cx="192448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t>Save a Job</a:t>
            </a:r>
          </a:p>
        </p:txBody>
      </p:sp>
    </p:spTree>
    <p:extLst>
      <p:ext uri="{BB962C8B-B14F-4D97-AF65-F5344CB8AC3E}">
        <p14:creationId xmlns:p14="http://schemas.microsoft.com/office/powerpoint/2010/main" val="6364390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FCD72237-EC99-2F21-2932-F85BB3127E2B}"/>
              </a:ext>
            </a:extLst>
          </p:cNvPr>
          <p:cNvPicPr>
            <a:picLocks noChangeAspect="1"/>
          </p:cNvPicPr>
          <p:nvPr/>
        </p:nvPicPr>
        <p:blipFill>
          <a:blip r:embed="rId2"/>
          <a:stretch>
            <a:fillRect/>
          </a:stretch>
        </p:blipFill>
        <p:spPr>
          <a:xfrm>
            <a:off x="6095841" y="1111827"/>
            <a:ext cx="5559458" cy="4634345"/>
          </a:xfrm>
          <a:prstGeom prst="rect">
            <a:avLst/>
          </a:prstGeom>
        </p:spPr>
      </p:pic>
      <p:pic>
        <p:nvPicPr>
          <p:cNvPr id="5" name="Picture 4" descr="A screenshot of a computer program&#10;&#10;Description automatically generated">
            <a:extLst>
              <a:ext uri="{FF2B5EF4-FFF2-40B4-BE49-F238E27FC236}">
                <a16:creationId xmlns:a16="http://schemas.microsoft.com/office/drawing/2014/main" id="{98851716-08EF-495D-7703-08162828F218}"/>
              </a:ext>
            </a:extLst>
          </p:cNvPr>
          <p:cNvPicPr>
            <a:picLocks noChangeAspect="1"/>
          </p:cNvPicPr>
          <p:nvPr/>
        </p:nvPicPr>
        <p:blipFill>
          <a:blip r:embed="rId3"/>
          <a:stretch>
            <a:fillRect/>
          </a:stretch>
        </p:blipFill>
        <p:spPr>
          <a:xfrm>
            <a:off x="585155" y="1111828"/>
            <a:ext cx="5263395" cy="4634345"/>
          </a:xfrm>
          <a:prstGeom prst="rect">
            <a:avLst/>
          </a:prstGeom>
        </p:spPr>
      </p:pic>
      <p:sp>
        <p:nvSpPr>
          <p:cNvPr id="6" name="TextBox 5">
            <a:extLst>
              <a:ext uri="{FF2B5EF4-FFF2-40B4-BE49-F238E27FC236}">
                <a16:creationId xmlns:a16="http://schemas.microsoft.com/office/drawing/2014/main" id="{209222B0-E380-550F-BB20-6B2000C1362D}"/>
              </a:ext>
            </a:extLst>
          </p:cNvPr>
          <p:cNvSpPr txBox="1"/>
          <p:nvPr/>
        </p:nvSpPr>
        <p:spPr>
          <a:xfrm>
            <a:off x="3045835" y="307397"/>
            <a:ext cx="65765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t>View a List of Applied Jobs</a:t>
            </a:r>
          </a:p>
        </p:txBody>
      </p:sp>
      <p:sp>
        <p:nvSpPr>
          <p:cNvPr id="7" name="TextBox 6">
            <a:extLst>
              <a:ext uri="{FF2B5EF4-FFF2-40B4-BE49-F238E27FC236}">
                <a16:creationId xmlns:a16="http://schemas.microsoft.com/office/drawing/2014/main" id="{ACD11B77-D6F1-EC44-BCC3-840F848F2BEB}"/>
              </a:ext>
            </a:extLst>
          </p:cNvPr>
          <p:cNvSpPr txBox="1"/>
          <p:nvPr/>
        </p:nvSpPr>
        <p:spPr>
          <a:xfrm>
            <a:off x="2803381" y="5927147"/>
            <a:ext cx="659173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600" baseline="0">
                <a:latin typeface="Tenorite"/>
              </a:rPr>
              <a:t>View a List of </a:t>
            </a:r>
            <a:r>
              <a:rPr lang="en-US" sz="3600">
                <a:latin typeface="Tenorite"/>
              </a:rPr>
              <a:t>Saved</a:t>
            </a:r>
            <a:r>
              <a:rPr lang="en-US" sz="3600" baseline="0">
                <a:latin typeface="Tenorite"/>
              </a:rPr>
              <a:t> Jobs</a:t>
            </a:r>
            <a:endParaRPr lang="en-US" sz="3600"/>
          </a:p>
        </p:txBody>
      </p:sp>
    </p:spTree>
    <p:extLst>
      <p:ext uri="{BB962C8B-B14F-4D97-AF65-F5344CB8AC3E}">
        <p14:creationId xmlns:p14="http://schemas.microsoft.com/office/powerpoint/2010/main" val="1100617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 screen&#10;&#10;Description automatically generated">
            <a:extLst>
              <a:ext uri="{FF2B5EF4-FFF2-40B4-BE49-F238E27FC236}">
                <a16:creationId xmlns:a16="http://schemas.microsoft.com/office/drawing/2014/main" id="{B3EA4155-BAA4-75D0-6953-8B990A2E3C2B}"/>
              </a:ext>
            </a:extLst>
          </p:cNvPr>
          <p:cNvPicPr>
            <a:picLocks noChangeAspect="1"/>
          </p:cNvPicPr>
          <p:nvPr/>
        </p:nvPicPr>
        <p:blipFill>
          <a:blip r:embed="rId2"/>
          <a:stretch>
            <a:fillRect/>
          </a:stretch>
        </p:blipFill>
        <p:spPr>
          <a:xfrm>
            <a:off x="3661528" y="445079"/>
            <a:ext cx="4868941" cy="5959185"/>
          </a:xfrm>
          <a:prstGeom prst="rect">
            <a:avLst/>
          </a:prstGeom>
        </p:spPr>
      </p:pic>
      <p:sp>
        <p:nvSpPr>
          <p:cNvPr id="3" name="TextBox 2">
            <a:extLst>
              <a:ext uri="{FF2B5EF4-FFF2-40B4-BE49-F238E27FC236}">
                <a16:creationId xmlns:a16="http://schemas.microsoft.com/office/drawing/2014/main" id="{ED9DA027-295A-9C72-7871-8D00259CEF92}"/>
              </a:ext>
            </a:extLst>
          </p:cNvPr>
          <p:cNvSpPr txBox="1"/>
          <p:nvPr/>
        </p:nvSpPr>
        <p:spPr>
          <a:xfrm>
            <a:off x="681903" y="560676"/>
            <a:ext cx="260638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t>View Friends List</a:t>
            </a:r>
          </a:p>
        </p:txBody>
      </p:sp>
    </p:spTree>
    <p:extLst>
      <p:ext uri="{BB962C8B-B14F-4D97-AF65-F5344CB8AC3E}">
        <p14:creationId xmlns:p14="http://schemas.microsoft.com/office/powerpoint/2010/main" val="1446719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994129A6-D900-58A5-6146-4B877B944078}"/>
              </a:ext>
            </a:extLst>
          </p:cNvPr>
          <p:cNvPicPr>
            <a:picLocks noChangeAspect="1"/>
          </p:cNvPicPr>
          <p:nvPr/>
        </p:nvPicPr>
        <p:blipFill>
          <a:blip r:embed="rId2"/>
          <a:stretch>
            <a:fillRect/>
          </a:stretch>
        </p:blipFill>
        <p:spPr>
          <a:xfrm>
            <a:off x="3052609" y="618260"/>
            <a:ext cx="6095442" cy="5612822"/>
          </a:xfrm>
          <a:prstGeom prst="rect">
            <a:avLst/>
          </a:prstGeom>
        </p:spPr>
      </p:pic>
      <p:sp>
        <p:nvSpPr>
          <p:cNvPr id="3" name="TextBox 2">
            <a:extLst>
              <a:ext uri="{FF2B5EF4-FFF2-40B4-BE49-F238E27FC236}">
                <a16:creationId xmlns:a16="http://schemas.microsoft.com/office/drawing/2014/main" id="{3281F949-0A63-E459-8137-DB9ADFAF7087}"/>
              </a:ext>
            </a:extLst>
          </p:cNvPr>
          <p:cNvSpPr txBox="1"/>
          <p:nvPr/>
        </p:nvSpPr>
        <p:spPr>
          <a:xfrm>
            <a:off x="573664" y="487074"/>
            <a:ext cx="2197244"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t>View Friend's Profile</a:t>
            </a:r>
          </a:p>
        </p:txBody>
      </p:sp>
    </p:spTree>
    <p:extLst>
      <p:ext uri="{BB962C8B-B14F-4D97-AF65-F5344CB8AC3E}">
        <p14:creationId xmlns:p14="http://schemas.microsoft.com/office/powerpoint/2010/main" val="2238281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5242F750-B890-BBAB-AA84-8CA42C481FEB}"/>
              </a:ext>
            </a:extLst>
          </p:cNvPr>
          <p:cNvPicPr>
            <a:picLocks noChangeAspect="1"/>
          </p:cNvPicPr>
          <p:nvPr/>
        </p:nvPicPr>
        <p:blipFill>
          <a:blip r:embed="rId2"/>
          <a:stretch>
            <a:fillRect/>
          </a:stretch>
        </p:blipFill>
        <p:spPr>
          <a:xfrm>
            <a:off x="3593522" y="933374"/>
            <a:ext cx="7628658" cy="4991254"/>
          </a:xfrm>
          <a:prstGeom prst="rect">
            <a:avLst/>
          </a:prstGeom>
        </p:spPr>
      </p:pic>
      <p:sp>
        <p:nvSpPr>
          <p:cNvPr id="3" name="TextBox 2">
            <a:extLst>
              <a:ext uri="{FF2B5EF4-FFF2-40B4-BE49-F238E27FC236}">
                <a16:creationId xmlns:a16="http://schemas.microsoft.com/office/drawing/2014/main" id="{B469C257-FDC5-86A8-6957-CCC8998FEBF8}"/>
              </a:ext>
            </a:extLst>
          </p:cNvPr>
          <p:cNvSpPr txBox="1"/>
          <p:nvPr/>
        </p:nvSpPr>
        <p:spPr>
          <a:xfrm>
            <a:off x="426461" y="437284"/>
            <a:ext cx="2911618"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t>As a Plus Member, You can send messages to any account!</a:t>
            </a:r>
          </a:p>
        </p:txBody>
      </p:sp>
    </p:spTree>
    <p:extLst>
      <p:ext uri="{BB962C8B-B14F-4D97-AF65-F5344CB8AC3E}">
        <p14:creationId xmlns:p14="http://schemas.microsoft.com/office/powerpoint/2010/main" val="64182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58025935-73AD-221E-925D-0AD081DCA8F0}"/>
              </a:ext>
            </a:extLst>
          </p:cNvPr>
          <p:cNvPicPr>
            <a:picLocks noChangeAspect="1"/>
          </p:cNvPicPr>
          <p:nvPr/>
        </p:nvPicPr>
        <p:blipFill>
          <a:blip r:embed="rId2"/>
          <a:stretch>
            <a:fillRect/>
          </a:stretch>
        </p:blipFill>
        <p:spPr>
          <a:xfrm>
            <a:off x="3727267" y="860714"/>
            <a:ext cx="4737465" cy="5127913"/>
          </a:xfrm>
          <a:prstGeom prst="rect">
            <a:avLst/>
          </a:prstGeom>
        </p:spPr>
      </p:pic>
      <p:sp>
        <p:nvSpPr>
          <p:cNvPr id="3" name="TextBox 2">
            <a:extLst>
              <a:ext uri="{FF2B5EF4-FFF2-40B4-BE49-F238E27FC236}">
                <a16:creationId xmlns:a16="http://schemas.microsoft.com/office/drawing/2014/main" id="{06B46331-8F06-8B77-A89B-25404E6D84BE}"/>
              </a:ext>
            </a:extLst>
          </p:cNvPr>
          <p:cNvSpPr txBox="1"/>
          <p:nvPr/>
        </p:nvSpPr>
        <p:spPr>
          <a:xfrm>
            <a:off x="575829" y="857249"/>
            <a:ext cx="278822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t>Get Notifications of new Messages</a:t>
            </a:r>
          </a:p>
        </p:txBody>
      </p:sp>
      <p:sp>
        <p:nvSpPr>
          <p:cNvPr id="4" name="TextBox 3">
            <a:extLst>
              <a:ext uri="{FF2B5EF4-FFF2-40B4-BE49-F238E27FC236}">
                <a16:creationId xmlns:a16="http://schemas.microsoft.com/office/drawing/2014/main" id="{1BAE811D-4B68-B215-7473-26CAA810BB15}"/>
              </a:ext>
            </a:extLst>
          </p:cNvPr>
          <p:cNvSpPr txBox="1"/>
          <p:nvPr/>
        </p:nvSpPr>
        <p:spPr>
          <a:xfrm>
            <a:off x="8804884" y="3432293"/>
            <a:ext cx="3047999"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t>As a basic account, the 'Show All Users' feature is disabled</a:t>
            </a:r>
          </a:p>
        </p:txBody>
      </p:sp>
    </p:spTree>
    <p:extLst>
      <p:ext uri="{BB962C8B-B14F-4D97-AF65-F5344CB8AC3E}">
        <p14:creationId xmlns:p14="http://schemas.microsoft.com/office/powerpoint/2010/main" val="1303707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D00F827C-DB53-453B-AF08-BB0018ABC9B1}"/>
              </a:ext>
            </a:extLst>
          </p:cNvPr>
          <p:cNvPicPr>
            <a:picLocks noChangeAspect="1"/>
          </p:cNvPicPr>
          <p:nvPr/>
        </p:nvPicPr>
        <p:blipFill>
          <a:blip r:embed="rId2"/>
          <a:stretch>
            <a:fillRect/>
          </a:stretch>
        </p:blipFill>
        <p:spPr>
          <a:xfrm>
            <a:off x="3192569" y="1191031"/>
            <a:ext cx="6641522" cy="4065574"/>
          </a:xfrm>
          <a:prstGeom prst="rect">
            <a:avLst/>
          </a:prstGeom>
        </p:spPr>
      </p:pic>
      <p:sp>
        <p:nvSpPr>
          <p:cNvPr id="3" name="TextBox 2">
            <a:extLst>
              <a:ext uri="{FF2B5EF4-FFF2-40B4-BE49-F238E27FC236}">
                <a16:creationId xmlns:a16="http://schemas.microsoft.com/office/drawing/2014/main" id="{63E35004-ED62-802E-EC0A-3DA3AFA6E873}"/>
              </a:ext>
            </a:extLst>
          </p:cNvPr>
          <p:cNvSpPr txBox="1"/>
          <p:nvPr/>
        </p:nvSpPr>
        <p:spPr>
          <a:xfrm>
            <a:off x="627407" y="971135"/>
            <a:ext cx="2613162"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t>As A Basic account, You can only send messages to friends </a:t>
            </a:r>
          </a:p>
        </p:txBody>
      </p:sp>
    </p:spTree>
    <p:extLst>
      <p:ext uri="{BB962C8B-B14F-4D97-AF65-F5344CB8AC3E}">
        <p14:creationId xmlns:p14="http://schemas.microsoft.com/office/powerpoint/2010/main" val="21166385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 program&#10;&#10;Description automatically generated">
            <a:extLst>
              <a:ext uri="{FF2B5EF4-FFF2-40B4-BE49-F238E27FC236}">
                <a16:creationId xmlns:a16="http://schemas.microsoft.com/office/drawing/2014/main" id="{51E6B238-562C-ED16-3019-3F19F4B0B0ED}"/>
              </a:ext>
            </a:extLst>
          </p:cNvPr>
          <p:cNvPicPr>
            <a:picLocks noChangeAspect="1"/>
          </p:cNvPicPr>
          <p:nvPr/>
        </p:nvPicPr>
        <p:blipFill>
          <a:blip r:embed="rId2"/>
          <a:stretch>
            <a:fillRect/>
          </a:stretch>
        </p:blipFill>
        <p:spPr>
          <a:xfrm>
            <a:off x="3048000" y="1386449"/>
            <a:ext cx="7255565" cy="3521885"/>
          </a:xfrm>
          <a:prstGeom prst="rect">
            <a:avLst/>
          </a:prstGeom>
        </p:spPr>
      </p:pic>
      <p:sp>
        <p:nvSpPr>
          <p:cNvPr id="3" name="TextBox 2">
            <a:extLst>
              <a:ext uri="{FF2B5EF4-FFF2-40B4-BE49-F238E27FC236}">
                <a16:creationId xmlns:a16="http://schemas.microsoft.com/office/drawing/2014/main" id="{A6B16B36-4BD7-B878-24F0-B374109AFD5D}"/>
              </a:ext>
            </a:extLst>
          </p:cNvPr>
          <p:cNvSpPr txBox="1"/>
          <p:nvPr/>
        </p:nvSpPr>
        <p:spPr>
          <a:xfrm>
            <a:off x="507309" y="608771"/>
            <a:ext cx="2416450"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t>You can check your Inbox to view your messages</a:t>
            </a:r>
          </a:p>
        </p:txBody>
      </p:sp>
    </p:spTree>
    <p:extLst>
      <p:ext uri="{BB962C8B-B14F-4D97-AF65-F5344CB8AC3E}">
        <p14:creationId xmlns:p14="http://schemas.microsoft.com/office/powerpoint/2010/main" val="1996425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367E596-6364-884D-8ECA-DABD757BD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omputer script on a screen">
            <a:extLst>
              <a:ext uri="{FF2B5EF4-FFF2-40B4-BE49-F238E27FC236}">
                <a16:creationId xmlns:a16="http://schemas.microsoft.com/office/drawing/2014/main" id="{E84D4359-C878-CE0F-EBC7-B1EFC0E21BA0}"/>
              </a:ext>
            </a:extLst>
          </p:cNvPr>
          <p:cNvPicPr>
            <a:picLocks noChangeAspect="1"/>
          </p:cNvPicPr>
          <p:nvPr/>
        </p:nvPicPr>
        <p:blipFill rotWithShape="1">
          <a:blip r:embed="rId2"/>
          <a:srcRect t="5981" b="9750"/>
          <a:stretch/>
        </p:blipFill>
        <p:spPr>
          <a:xfrm>
            <a:off x="20" y="10"/>
            <a:ext cx="12191980" cy="6857990"/>
          </a:xfrm>
          <a:prstGeom prst="rect">
            <a:avLst/>
          </a:prstGeom>
        </p:spPr>
      </p:pic>
      <p:sp>
        <p:nvSpPr>
          <p:cNvPr id="11" name="Rectangle">
            <a:extLst>
              <a:ext uri="{FF2B5EF4-FFF2-40B4-BE49-F238E27FC236}">
                <a16:creationId xmlns:a16="http://schemas.microsoft.com/office/drawing/2014/main" id="{6C7511A4-6FBF-0246-AB44-3B819A707D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0549940" cy="6858000"/>
          </a:xfrm>
          <a:prstGeom prst="rect">
            <a:avLst/>
          </a:prstGeom>
          <a:gradFill flip="none" rotWithShape="1">
            <a:gsLst>
              <a:gs pos="32000">
                <a:schemeClr val="bg1">
                  <a:alpha val="67000"/>
                </a:schemeClr>
              </a:gs>
              <a:gs pos="0">
                <a:schemeClr val="bg1">
                  <a:alpha val="55000"/>
                </a:schemeClr>
              </a:gs>
              <a:gs pos="99000">
                <a:schemeClr val="bg1">
                  <a:alpha val="55000"/>
                </a:schemeClr>
              </a:gs>
            </a:gsLst>
            <a:path path="circle">
              <a:fillToRect r="100000" b="100000"/>
            </a:path>
            <a:tileRect l="-100000" t="-100000"/>
          </a:gradFill>
          <a:ln w="12700">
            <a:miter lim="400000"/>
          </a:ln>
        </p:spPr>
        <p:txBody>
          <a:bodyPr lIns="50800" tIns="50800" rIns="50800" bIns="50800" anchor="ctr"/>
          <a:lstStyle/>
          <a:p>
            <a:pPr algn="ctr"/>
            <a:endParaRPr sz="2600" cap="all">
              <a:solidFill>
                <a:srgbClr val="FFFFFF"/>
              </a:solidFill>
              <a:sym typeface="Avenir Next"/>
            </a:endParaRPr>
          </a:p>
        </p:txBody>
      </p:sp>
      <p:sp>
        <p:nvSpPr>
          <p:cNvPr id="13" name="Rectangle 12">
            <a:extLst>
              <a:ext uri="{FF2B5EF4-FFF2-40B4-BE49-F238E27FC236}">
                <a16:creationId xmlns:a16="http://schemas.microsoft.com/office/drawing/2014/main" id="{17857F1F-17F7-9144-8BBA-AD63FC0AA6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A0423F-960C-D2F9-46F0-9DEC5F33AA08}"/>
              </a:ext>
            </a:extLst>
          </p:cNvPr>
          <p:cNvSpPr>
            <a:spLocks noGrp="1"/>
          </p:cNvSpPr>
          <p:nvPr>
            <p:ph type="title"/>
          </p:nvPr>
        </p:nvSpPr>
        <p:spPr>
          <a:xfrm>
            <a:off x="565149" y="1204721"/>
            <a:ext cx="8267296" cy="1446550"/>
          </a:xfrm>
        </p:spPr>
        <p:txBody>
          <a:bodyPr>
            <a:normAutofit/>
          </a:bodyPr>
          <a:lstStyle/>
          <a:p>
            <a:r>
              <a:rPr lang="en-US"/>
              <a:t>Code Design</a:t>
            </a:r>
          </a:p>
        </p:txBody>
      </p:sp>
      <p:sp>
        <p:nvSpPr>
          <p:cNvPr id="3" name="Content Placeholder 2">
            <a:extLst>
              <a:ext uri="{FF2B5EF4-FFF2-40B4-BE49-F238E27FC236}">
                <a16:creationId xmlns:a16="http://schemas.microsoft.com/office/drawing/2014/main" id="{DAD2A072-30A6-97D1-EEA5-427C9916A286}"/>
              </a:ext>
            </a:extLst>
          </p:cNvPr>
          <p:cNvSpPr>
            <a:spLocks noGrp="1"/>
          </p:cNvSpPr>
          <p:nvPr>
            <p:ph idx="1"/>
          </p:nvPr>
        </p:nvSpPr>
        <p:spPr>
          <a:xfrm>
            <a:off x="565149" y="2256210"/>
            <a:ext cx="9731999" cy="4090802"/>
          </a:xfrm>
        </p:spPr>
        <p:txBody>
          <a:bodyPr vert="horz" lIns="91440" tIns="45720" rIns="91440" bIns="45720" rtlCol="0" anchor="t">
            <a:normAutofit/>
          </a:bodyPr>
          <a:lstStyle/>
          <a:p>
            <a:r>
              <a:rPr lang="en-US" b="0" i="0">
                <a:effectLst/>
                <a:latin typeface="Arial"/>
                <a:cs typeface="Arial"/>
              </a:rPr>
              <a:t>What module / functions / classes does your program have? sqlite3, math</a:t>
            </a:r>
            <a:r>
              <a:rPr lang="en-US">
                <a:latin typeface="Arial"/>
                <a:cs typeface="Arial"/>
              </a:rPr>
              <a:t>, accounts class and initialization functions</a:t>
            </a:r>
            <a:endParaRPr lang="en-US" b="0" i="0">
              <a:effectLst/>
              <a:latin typeface="Arial" panose="020B0604020202020204" pitchFamily="34" charset="0"/>
            </a:endParaRPr>
          </a:p>
          <a:p>
            <a:r>
              <a:rPr lang="en-US" b="0" i="0">
                <a:effectLst/>
                <a:latin typeface="Arial" panose="020B0604020202020204" pitchFamily="34" charset="0"/>
              </a:rPr>
              <a:t>How is data stored and retrieved? </a:t>
            </a:r>
          </a:p>
          <a:p>
            <a:pPr marL="0" indent="0">
              <a:buNone/>
            </a:pPr>
            <a:r>
              <a:rPr lang="en-US">
                <a:latin typeface="Arial"/>
                <a:cs typeface="Arial"/>
              </a:rPr>
              <a:t>   SQLite database (</a:t>
            </a:r>
            <a:r>
              <a:rPr lang="en-US" err="1">
                <a:latin typeface="Arial"/>
                <a:cs typeface="Arial"/>
              </a:rPr>
              <a:t>accounts.db</a:t>
            </a:r>
            <a:r>
              <a:rPr lang="en-US">
                <a:latin typeface="Arial"/>
                <a:cs typeface="Arial"/>
              </a:rPr>
              <a:t>)</a:t>
            </a:r>
            <a:endParaRPr lang="en-US" b="0" i="0">
              <a:effectLst/>
              <a:latin typeface="Arial" panose="020B0604020202020204" pitchFamily="34" charset="0"/>
              <a:cs typeface="Arial"/>
            </a:endParaRPr>
          </a:p>
          <a:p>
            <a:r>
              <a:rPr lang="en-US" b="0" i="0">
                <a:effectLst/>
                <a:latin typeface="Arial"/>
                <a:cs typeface="Arial"/>
              </a:rPr>
              <a:t>What security features have been incorporated into your </a:t>
            </a:r>
            <a:r>
              <a:rPr lang="en-US" b="0" i="0" err="1">
                <a:effectLst/>
                <a:latin typeface="Arial"/>
                <a:cs typeface="Arial"/>
              </a:rPr>
              <a:t>program?</a:t>
            </a:r>
            <a:r>
              <a:rPr lang="en-US" err="1">
                <a:latin typeface="Arial"/>
                <a:cs typeface="Arial"/>
              </a:rPr>
              <a:t>Error</a:t>
            </a:r>
            <a:r>
              <a:rPr lang="en-US">
                <a:latin typeface="Arial"/>
                <a:cs typeface="Arial"/>
              </a:rPr>
              <a:t> handling, password strength check, authentication and input validation</a:t>
            </a:r>
            <a:endParaRPr lang="en-US" b="0" i="0">
              <a:effectLst/>
              <a:latin typeface="Arial"/>
              <a:cs typeface="Arial"/>
            </a:endParaRPr>
          </a:p>
          <a:p>
            <a:r>
              <a:rPr lang="en-US" b="0" i="0">
                <a:effectLst/>
                <a:latin typeface="Arial" panose="020B0604020202020204" pitchFamily="34" charset="0"/>
              </a:rPr>
              <a:t>How many test cases have been developed for your program?  ~50 cases</a:t>
            </a:r>
            <a:endParaRPr lang="en-US"/>
          </a:p>
        </p:txBody>
      </p:sp>
      <p:sp>
        <p:nvSpPr>
          <p:cNvPr id="15" name="Cross 14">
            <a:extLst>
              <a:ext uri="{FF2B5EF4-FFF2-40B4-BE49-F238E27FC236}">
                <a16:creationId xmlns:a16="http://schemas.microsoft.com/office/drawing/2014/main" id="{8D56D3E8-B102-DF4E-8F6F-48B290222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42508"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8229807"/>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F291BE0-7A7E-D04F-974F-9F4577FB2F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3735" y="1096772"/>
            <a:ext cx="5571066"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ross 11">
            <a:extLst>
              <a:ext uri="{FF2B5EF4-FFF2-40B4-BE49-F238E27FC236}">
                <a16:creationId xmlns:a16="http://schemas.microsoft.com/office/drawing/2014/main" id="{BD33FF1F-6094-0B4A-A3E4-6B0D9283DB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29484"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78A6D9C-C7A5-414B-8CB7-E31470D7D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579E3846-8D0B-B14A-817A-7FAC9DDAB4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2DEF72E-9A56-3A45-8ADA-E6F93BA8E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096772"/>
            <a:ext cx="4175133"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DC1ADB1-7351-A70A-FD94-7534284C9807}"/>
              </a:ext>
            </a:extLst>
          </p:cNvPr>
          <p:cNvSpPr txBox="1"/>
          <p:nvPr/>
        </p:nvSpPr>
        <p:spPr>
          <a:xfrm>
            <a:off x="565149" y="1508250"/>
            <a:ext cx="3198777" cy="4024885"/>
          </a:xfrm>
          <a:prstGeom prst="rect">
            <a:avLst/>
          </a:prstGeom>
        </p:spPr>
        <p:txBody>
          <a:bodyPr vert="horz" lIns="91440" tIns="45720" rIns="91440" bIns="45720" rtlCol="0" anchor="t">
            <a:normAutofit/>
          </a:bodyPr>
          <a:lstStyle/>
          <a:p>
            <a:pPr defTabSz="914400">
              <a:spcBef>
                <a:spcPct val="0"/>
              </a:spcBef>
              <a:spcAft>
                <a:spcPts val="600"/>
              </a:spcAft>
            </a:pPr>
            <a:r>
              <a:rPr lang="en-US" sz="4400" kern="1200">
                <a:solidFill>
                  <a:schemeClr val="tx1"/>
                </a:solidFill>
                <a:latin typeface="+mj-lt"/>
                <a:ea typeface="+mj-ea"/>
                <a:cs typeface="+mj-cs"/>
              </a:rPr>
              <a:t>Security Features</a:t>
            </a:r>
          </a:p>
        </p:txBody>
      </p:sp>
      <p:sp>
        <p:nvSpPr>
          <p:cNvPr id="20" name="Rectangle 19">
            <a:extLst>
              <a:ext uri="{FF2B5EF4-FFF2-40B4-BE49-F238E27FC236}">
                <a16:creationId xmlns:a16="http://schemas.microsoft.com/office/drawing/2014/main" id="{882E6E09-FCB0-5F41-8BAE-C0581D54B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ross 21">
            <a:extLst>
              <a:ext uri="{FF2B5EF4-FFF2-40B4-BE49-F238E27FC236}">
                <a16:creationId xmlns:a16="http://schemas.microsoft.com/office/drawing/2014/main" id="{D269DB01-9C3C-7841-B8E8-6FDFEF70C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67701"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 shot of a computer screen&#10;&#10;Description automatically generated">
            <a:extLst>
              <a:ext uri="{FF2B5EF4-FFF2-40B4-BE49-F238E27FC236}">
                <a16:creationId xmlns:a16="http://schemas.microsoft.com/office/drawing/2014/main" id="{FCF3639B-7053-A7D1-2AEE-9C9D4A1D0CD9}"/>
              </a:ext>
            </a:extLst>
          </p:cNvPr>
          <p:cNvPicPr>
            <a:picLocks noChangeAspect="1"/>
          </p:cNvPicPr>
          <p:nvPr/>
        </p:nvPicPr>
        <p:blipFill>
          <a:blip r:embed="rId2"/>
          <a:stretch>
            <a:fillRect/>
          </a:stretch>
        </p:blipFill>
        <p:spPr>
          <a:xfrm>
            <a:off x="5587491" y="1508251"/>
            <a:ext cx="5591152" cy="3319243"/>
          </a:xfrm>
          <a:prstGeom prst="rect">
            <a:avLst/>
          </a:prstGeom>
        </p:spPr>
      </p:pic>
      <p:sp>
        <p:nvSpPr>
          <p:cNvPr id="5" name="TextBox 4">
            <a:extLst>
              <a:ext uri="{FF2B5EF4-FFF2-40B4-BE49-F238E27FC236}">
                <a16:creationId xmlns:a16="http://schemas.microsoft.com/office/drawing/2014/main" id="{BD23BED0-BA5F-7609-F2FA-239E1C633E3A}"/>
              </a:ext>
            </a:extLst>
          </p:cNvPr>
          <p:cNvSpPr txBox="1"/>
          <p:nvPr/>
        </p:nvSpPr>
        <p:spPr>
          <a:xfrm>
            <a:off x="5736075" y="5147853"/>
            <a:ext cx="5001363" cy="733517"/>
          </a:xfrm>
          <a:prstGeom prst="rect">
            <a:avLst/>
          </a:prstGeom>
          <a:noFill/>
        </p:spPr>
        <p:txBody>
          <a:bodyPr wrap="square" rtlCol="0">
            <a:spAutoFit/>
          </a:bodyPr>
          <a:lstStyle/>
          <a:p>
            <a:pPr defTabSz="516636">
              <a:spcAft>
                <a:spcPts val="600"/>
              </a:spcAft>
            </a:pPr>
            <a:r>
              <a:rPr lang="en-US" sz="2034" kern="1200">
                <a:solidFill>
                  <a:schemeClr val="tx1"/>
                </a:solidFill>
                <a:latin typeface="+mn-lt"/>
                <a:ea typeface="+mn-ea"/>
                <a:cs typeface="+mn-cs"/>
              </a:rPr>
              <a:t>Won’t let you login if username is not found in the database.</a:t>
            </a:r>
            <a:endParaRPr lang="en-US"/>
          </a:p>
        </p:txBody>
      </p:sp>
    </p:spTree>
    <p:extLst>
      <p:ext uri="{BB962C8B-B14F-4D97-AF65-F5344CB8AC3E}">
        <p14:creationId xmlns:p14="http://schemas.microsoft.com/office/powerpoint/2010/main" val="28535945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F291BE0-7A7E-D04F-974F-9F4577FB2F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3735" y="1096772"/>
            <a:ext cx="5571066"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ross 13">
            <a:extLst>
              <a:ext uri="{FF2B5EF4-FFF2-40B4-BE49-F238E27FC236}">
                <a16:creationId xmlns:a16="http://schemas.microsoft.com/office/drawing/2014/main" id="{BD33FF1F-6094-0B4A-A3E4-6B0D9283DB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29484"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78A6D9C-C7A5-414B-8CB7-E31470D7D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F367E596-6364-884D-8ECA-DABD757BD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Padlock on computer motherboard">
            <a:extLst>
              <a:ext uri="{FF2B5EF4-FFF2-40B4-BE49-F238E27FC236}">
                <a16:creationId xmlns:a16="http://schemas.microsoft.com/office/drawing/2014/main" id="{23BDA30A-E44F-D585-83D7-6A7D0940E57B}"/>
              </a:ext>
            </a:extLst>
          </p:cNvPr>
          <p:cNvPicPr>
            <a:picLocks noChangeAspect="1"/>
          </p:cNvPicPr>
          <p:nvPr/>
        </p:nvPicPr>
        <p:blipFill rotWithShape="1">
          <a:blip r:embed="rId2"/>
          <a:srcRect r="-2" b="15726"/>
          <a:stretch/>
        </p:blipFill>
        <p:spPr>
          <a:xfrm>
            <a:off x="20" y="10"/>
            <a:ext cx="12191980" cy="6857990"/>
          </a:xfrm>
          <a:prstGeom prst="rect">
            <a:avLst/>
          </a:prstGeom>
        </p:spPr>
      </p:pic>
      <p:sp>
        <p:nvSpPr>
          <p:cNvPr id="20" name="Rectangle">
            <a:extLst>
              <a:ext uri="{FF2B5EF4-FFF2-40B4-BE49-F238E27FC236}">
                <a16:creationId xmlns:a16="http://schemas.microsoft.com/office/drawing/2014/main" id="{6C7511A4-6FBF-0246-AB44-3B819A707D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0549940" cy="6858000"/>
          </a:xfrm>
          <a:prstGeom prst="rect">
            <a:avLst/>
          </a:prstGeom>
          <a:gradFill flip="none" rotWithShape="1">
            <a:gsLst>
              <a:gs pos="32000">
                <a:schemeClr val="bg1">
                  <a:alpha val="67000"/>
                </a:schemeClr>
              </a:gs>
              <a:gs pos="0">
                <a:schemeClr val="bg1">
                  <a:alpha val="55000"/>
                </a:schemeClr>
              </a:gs>
              <a:gs pos="99000">
                <a:schemeClr val="bg1">
                  <a:alpha val="55000"/>
                </a:schemeClr>
              </a:gs>
            </a:gsLst>
            <a:path path="circle">
              <a:fillToRect r="100000" b="100000"/>
            </a:path>
            <a:tileRect l="-100000" t="-100000"/>
          </a:gradFill>
          <a:ln w="12700">
            <a:miter lim="400000"/>
          </a:ln>
        </p:spPr>
        <p:txBody>
          <a:bodyPr lIns="50800" tIns="50800" rIns="50800" bIns="50800" anchor="ctr"/>
          <a:lstStyle/>
          <a:p>
            <a:pPr algn="ctr"/>
            <a:endParaRPr sz="2600" cap="all">
              <a:solidFill>
                <a:srgbClr val="FFFFFF"/>
              </a:solidFill>
              <a:sym typeface="Avenir Next"/>
            </a:endParaRPr>
          </a:p>
        </p:txBody>
      </p:sp>
      <p:sp>
        <p:nvSpPr>
          <p:cNvPr id="22" name="Rectangle 21">
            <a:extLst>
              <a:ext uri="{FF2B5EF4-FFF2-40B4-BE49-F238E27FC236}">
                <a16:creationId xmlns:a16="http://schemas.microsoft.com/office/drawing/2014/main" id="{17857F1F-17F7-9144-8BBA-AD63FC0AA6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808C282-E303-12CF-B571-9492D6092D65}"/>
              </a:ext>
            </a:extLst>
          </p:cNvPr>
          <p:cNvSpPr txBox="1"/>
          <p:nvPr/>
        </p:nvSpPr>
        <p:spPr>
          <a:xfrm>
            <a:off x="565149" y="1204721"/>
            <a:ext cx="8267296" cy="144655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defTabSz="914400">
              <a:spcBef>
                <a:spcPct val="0"/>
              </a:spcBef>
              <a:spcAft>
                <a:spcPts val="600"/>
              </a:spcAft>
            </a:pPr>
            <a:r>
              <a:rPr lang="en-US" sz="4400" kern="1200">
                <a:solidFill>
                  <a:schemeClr val="tx1"/>
                </a:solidFill>
                <a:latin typeface="+mj-lt"/>
                <a:ea typeface="+mj-ea"/>
                <a:cs typeface="+mj-cs"/>
              </a:rPr>
              <a:t>Security Features</a:t>
            </a:r>
          </a:p>
        </p:txBody>
      </p:sp>
      <p:sp>
        <p:nvSpPr>
          <p:cNvPr id="6" name="TextBox 5">
            <a:extLst>
              <a:ext uri="{FF2B5EF4-FFF2-40B4-BE49-F238E27FC236}">
                <a16:creationId xmlns:a16="http://schemas.microsoft.com/office/drawing/2014/main" id="{07349DD2-1CBB-FB4E-CC7F-0127CBCCFBA2}"/>
              </a:ext>
            </a:extLst>
          </p:cNvPr>
          <p:cNvSpPr txBox="1"/>
          <p:nvPr/>
        </p:nvSpPr>
        <p:spPr>
          <a:xfrm>
            <a:off x="565150" y="2215388"/>
            <a:ext cx="8988474" cy="3610407"/>
          </a:xfrm>
          <a:prstGeom prst="rect">
            <a:avLst/>
          </a:prstGeom>
        </p:spPr>
        <p:txBody>
          <a:bodyPr vert="horz" lIns="91440" tIns="45720" rIns="91440" bIns="45720" rtlCol="0" anchor="t">
            <a:normAutofit/>
          </a:bodyPr>
          <a:lstStyle/>
          <a:p>
            <a:pPr defTabSz="914400">
              <a:spcAft>
                <a:spcPts val="600"/>
              </a:spcAft>
            </a:pPr>
            <a:r>
              <a:rPr lang="en-US" sz="2400"/>
              <a:t>Further additions will include security features like:</a:t>
            </a:r>
          </a:p>
          <a:p>
            <a:pPr indent="-228600" defTabSz="914400">
              <a:buFont typeface="System Font Regular"/>
              <a:buChar char="–"/>
            </a:pPr>
            <a:r>
              <a:rPr lang="en-US"/>
              <a:t>Storing passwords in plain text: </a:t>
            </a:r>
          </a:p>
          <a:p>
            <a:pPr defTabSz="914400"/>
            <a:r>
              <a:rPr lang="en-US"/>
              <a:t>To improve security, hashing passwords with safe hashing methods like </a:t>
            </a:r>
            <a:r>
              <a:rPr lang="en-US" err="1"/>
              <a:t>bcrypt</a:t>
            </a:r>
            <a:r>
              <a:rPr lang="en-US"/>
              <a:t> would work well before storing them in a database.</a:t>
            </a:r>
          </a:p>
          <a:p>
            <a:pPr defTabSz="914400"/>
            <a:endParaRPr lang="en-US"/>
          </a:p>
          <a:p>
            <a:pPr indent="-228600" defTabSz="914400">
              <a:buFont typeface="System Font Regular"/>
              <a:buChar char="–"/>
            </a:pPr>
            <a:r>
              <a:rPr lang="en-US"/>
              <a:t>SQL Injection Vulnerability: </a:t>
            </a:r>
          </a:p>
          <a:p>
            <a:pPr defTabSz="914400"/>
            <a:r>
              <a:rPr lang="en-US"/>
              <a:t>SQL injection attacks can arise when user inputs directly impact SQL queries in the absence of appropriate sanitization. This risk can be reduced by using ORM frameworks like </a:t>
            </a:r>
            <a:r>
              <a:rPr lang="en-US" err="1"/>
              <a:t>SQLAlchemy</a:t>
            </a:r>
            <a:r>
              <a:rPr lang="en-US"/>
              <a:t> or parameterized queries.</a:t>
            </a:r>
          </a:p>
          <a:p>
            <a:pPr defTabSz="914400"/>
            <a:endParaRPr lang="en-US"/>
          </a:p>
          <a:p>
            <a:pPr indent="-228600" defTabSz="914400">
              <a:buFont typeface="System Font Regular"/>
              <a:buChar char="–"/>
            </a:pPr>
            <a:r>
              <a:rPr lang="en-US"/>
              <a:t>Limited error handling: </a:t>
            </a:r>
          </a:p>
          <a:p>
            <a:pPr defTabSz="914400"/>
            <a:r>
              <a:rPr lang="en-US"/>
              <a:t>To avoid any security flaws, appropriate error handling should be put in place.</a:t>
            </a:r>
          </a:p>
          <a:p>
            <a:pPr indent="-228600" defTabSz="914400">
              <a:spcAft>
                <a:spcPts val="600"/>
              </a:spcAft>
              <a:buFont typeface="System Font Regular"/>
              <a:buChar char="–"/>
            </a:pPr>
            <a:endParaRPr lang="en-US"/>
          </a:p>
        </p:txBody>
      </p:sp>
      <p:sp>
        <p:nvSpPr>
          <p:cNvPr id="24" name="Cross 23">
            <a:extLst>
              <a:ext uri="{FF2B5EF4-FFF2-40B4-BE49-F238E27FC236}">
                <a16:creationId xmlns:a16="http://schemas.microsoft.com/office/drawing/2014/main" id="{8D56D3E8-B102-DF4E-8F6F-48B290222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42508"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5D416D6-4781-2E96-8826-9D0C0FC21F2E}"/>
              </a:ext>
            </a:extLst>
          </p:cNvPr>
          <p:cNvSpPr txBox="1"/>
          <p:nvPr/>
        </p:nvSpPr>
        <p:spPr>
          <a:xfrm>
            <a:off x="507309" y="608771"/>
            <a:ext cx="241645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3200"/>
          </a:p>
        </p:txBody>
      </p:sp>
    </p:spTree>
    <p:extLst>
      <p:ext uri="{BB962C8B-B14F-4D97-AF65-F5344CB8AC3E}">
        <p14:creationId xmlns:p14="http://schemas.microsoft.com/office/powerpoint/2010/main" val="679165219"/>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F291BE0-7A7E-D04F-974F-9F4577FB2F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3735" y="1096772"/>
            <a:ext cx="5571066"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ross 12">
            <a:extLst>
              <a:ext uri="{FF2B5EF4-FFF2-40B4-BE49-F238E27FC236}">
                <a16:creationId xmlns:a16="http://schemas.microsoft.com/office/drawing/2014/main" id="{BD33FF1F-6094-0B4A-A3E4-6B0D9283DB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29484"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78A6D9C-C7A5-414B-8CB7-E31470D7D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579E3846-8D0B-B14A-817A-7FAC9DDAB4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D43EF57-C43A-E501-94CC-5C2D05F29E40}"/>
              </a:ext>
            </a:extLst>
          </p:cNvPr>
          <p:cNvSpPr txBox="1"/>
          <p:nvPr/>
        </p:nvSpPr>
        <p:spPr>
          <a:xfrm>
            <a:off x="565149" y="1204720"/>
            <a:ext cx="3198777" cy="4344711"/>
          </a:xfrm>
          <a:prstGeom prst="rect">
            <a:avLst/>
          </a:prstGeom>
        </p:spPr>
        <p:txBody>
          <a:bodyPr vert="horz" lIns="91440" tIns="45720" rIns="91440" bIns="45720" rtlCol="0" anchor="t">
            <a:normAutofit/>
          </a:bodyPr>
          <a:lstStyle/>
          <a:p>
            <a:pPr defTabSz="914400">
              <a:spcBef>
                <a:spcPct val="0"/>
              </a:spcBef>
              <a:spcAft>
                <a:spcPts val="600"/>
              </a:spcAft>
            </a:pPr>
            <a:r>
              <a:rPr lang="en-US" sz="4400" kern="1200">
                <a:solidFill>
                  <a:schemeClr val="tx1"/>
                </a:solidFill>
                <a:latin typeface="+mj-lt"/>
                <a:ea typeface="+mj-ea"/>
                <a:cs typeface="+mj-cs"/>
              </a:rPr>
              <a:t>Test Cases</a:t>
            </a:r>
          </a:p>
        </p:txBody>
      </p:sp>
      <p:sp>
        <p:nvSpPr>
          <p:cNvPr id="19" name="Rectangle 18">
            <a:extLst>
              <a:ext uri="{FF2B5EF4-FFF2-40B4-BE49-F238E27FC236}">
                <a16:creationId xmlns:a16="http://schemas.microsoft.com/office/drawing/2014/main" id="{882E6E09-FCB0-5F41-8BAE-C0581D54B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E8B9AAF-3BFF-3546-915C-8BDE34AD7C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096772"/>
            <a:ext cx="263565"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ross 22">
            <a:extLst>
              <a:ext uri="{FF2B5EF4-FFF2-40B4-BE49-F238E27FC236}">
                <a16:creationId xmlns:a16="http://schemas.microsoft.com/office/drawing/2014/main" id="{90012D5C-1270-714B-AFB4-7E632827B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248"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extBox 4">
            <a:extLst>
              <a:ext uri="{FF2B5EF4-FFF2-40B4-BE49-F238E27FC236}">
                <a16:creationId xmlns:a16="http://schemas.microsoft.com/office/drawing/2014/main" id="{7F6E7789-D84C-8A69-87BA-83DA29567735}"/>
              </a:ext>
            </a:extLst>
          </p:cNvPr>
          <p:cNvGraphicFramePr/>
          <p:nvPr>
            <p:extLst>
              <p:ext uri="{D42A27DB-BD31-4B8C-83A1-F6EECF244321}">
                <p14:modId xmlns:p14="http://schemas.microsoft.com/office/powerpoint/2010/main" val="3141550714"/>
              </p:ext>
            </p:extLst>
          </p:nvPr>
        </p:nvGraphicFramePr>
        <p:xfrm>
          <a:off x="3305607" y="1208894"/>
          <a:ext cx="7912726" cy="4957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517816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4EBFF1-DB5A-7D85-D2FE-BEB3C4FB9B9B}"/>
              </a:ext>
            </a:extLst>
          </p:cNvPr>
          <p:cNvSpPr txBox="1"/>
          <p:nvPr/>
        </p:nvSpPr>
        <p:spPr>
          <a:xfrm>
            <a:off x="565149" y="619613"/>
            <a:ext cx="7893241" cy="847676"/>
          </a:xfrm>
          <a:prstGeom prst="rect">
            <a:avLst/>
          </a:prstGeom>
        </p:spPr>
        <p:txBody>
          <a:bodyPr vert="horz" lIns="91440" tIns="45720" rIns="91440" bIns="45720" rtlCol="0" anchor="t">
            <a:normAutofit/>
          </a:bodyPr>
          <a:lstStyle/>
          <a:p>
            <a:pPr defTabSz="914400">
              <a:spcBef>
                <a:spcPct val="0"/>
              </a:spcBef>
              <a:spcAft>
                <a:spcPts val="600"/>
              </a:spcAft>
            </a:pPr>
            <a:r>
              <a:rPr lang="en-US" sz="4400" kern="1200">
                <a:latin typeface="+mj-lt"/>
                <a:ea typeface="+mj-ea"/>
                <a:cs typeface="+mj-cs"/>
              </a:rPr>
              <a:t>Test Cases</a:t>
            </a:r>
            <a:r>
              <a:rPr lang="en-US" sz="4400">
                <a:latin typeface="+mj-lt"/>
                <a:ea typeface="+mj-ea"/>
                <a:cs typeface="+mj-cs"/>
              </a:rPr>
              <a:t> Include:</a:t>
            </a:r>
            <a:endParaRPr lang="en-US" sz="4400" kern="1200">
              <a:solidFill>
                <a:schemeClr val="tx1"/>
              </a:solidFill>
              <a:latin typeface="+mj-lt"/>
              <a:ea typeface="+mj-ea"/>
              <a:cs typeface="+mj-cs"/>
            </a:endParaRPr>
          </a:p>
        </p:txBody>
      </p:sp>
      <p:sp>
        <p:nvSpPr>
          <p:cNvPr id="5" name="TextBox 4">
            <a:extLst>
              <a:ext uri="{FF2B5EF4-FFF2-40B4-BE49-F238E27FC236}">
                <a16:creationId xmlns:a16="http://schemas.microsoft.com/office/drawing/2014/main" id="{0D3D6FED-7C6C-D1AF-D5F5-F8F10C5C6BC7}"/>
              </a:ext>
            </a:extLst>
          </p:cNvPr>
          <p:cNvSpPr txBox="1"/>
          <p:nvPr/>
        </p:nvSpPr>
        <p:spPr>
          <a:xfrm>
            <a:off x="565150" y="1562246"/>
            <a:ext cx="11192830" cy="5052763"/>
          </a:xfrm>
          <a:prstGeom prst="rect">
            <a:avLst/>
          </a:prstGeom>
        </p:spPr>
        <p:txBody>
          <a:bodyPr vert="horz" lIns="91440" tIns="45720" rIns="91440" bIns="45720" rtlCol="0" anchor="t">
            <a:noAutofit/>
          </a:bodyPr>
          <a:lstStyle/>
          <a:p>
            <a:pPr marL="171450" indent="-171450" defTabSz="914400">
              <a:buFont typeface="Arial"/>
              <a:buChar char="•"/>
            </a:pPr>
            <a:r>
              <a:rPr lang="en-US" sz="1400" b="1"/>
              <a:t>Account</a:t>
            </a:r>
            <a:r>
              <a:rPr lang="en-US" sz="1400" b="1">
                <a:ea typeface="+mn-lt"/>
                <a:cs typeface="+mn-lt"/>
              </a:rPr>
              <a:t> Creation and Validation Tests:</a:t>
            </a:r>
            <a:endParaRPr lang="en-US" sz="1400"/>
          </a:p>
          <a:p>
            <a:pPr marL="742950" lvl="1" indent="-285750" defTabSz="914400">
              <a:buFont typeface="Arial"/>
              <a:buChar char="•"/>
            </a:pPr>
            <a:r>
              <a:rPr lang="en-US" sz="1400" b="1" err="1">
                <a:ea typeface="+mn-lt"/>
                <a:cs typeface="+mn-lt"/>
              </a:rPr>
              <a:t>test_create_account</a:t>
            </a:r>
            <a:r>
              <a:rPr lang="en-US" sz="1400">
                <a:ea typeface="+mn-lt"/>
                <a:cs typeface="+mn-lt"/>
              </a:rPr>
              <a:t>: Checks if an account is successfully created.</a:t>
            </a:r>
            <a:endParaRPr lang="en-US" sz="1400"/>
          </a:p>
          <a:p>
            <a:pPr marL="742950" lvl="1" indent="-285750" defTabSz="914400">
              <a:buFont typeface="Arial"/>
              <a:buChar char="•"/>
            </a:pPr>
            <a:r>
              <a:rPr lang="en-US" sz="1400" b="1" err="1">
                <a:ea typeface="+mn-lt"/>
                <a:cs typeface="+mn-lt"/>
              </a:rPr>
              <a:t>test_create_account_already_exist</a:t>
            </a:r>
            <a:r>
              <a:rPr lang="en-US" sz="1400">
                <a:ea typeface="+mn-lt"/>
                <a:cs typeface="+mn-lt"/>
              </a:rPr>
              <a:t>: Checks that an account cannot be created if the username already exists.</a:t>
            </a:r>
            <a:endParaRPr lang="en-US" sz="1400"/>
          </a:p>
          <a:p>
            <a:pPr marL="742950" lvl="1" indent="-285750" defTabSz="914400">
              <a:buFont typeface="Arial"/>
              <a:buChar char="•"/>
            </a:pPr>
            <a:r>
              <a:rPr lang="en-US" sz="1400" b="1" err="1">
                <a:ea typeface="+mn-lt"/>
                <a:cs typeface="+mn-lt"/>
              </a:rPr>
              <a:t>test_create_account_when_max</a:t>
            </a:r>
            <a:r>
              <a:rPr lang="en-US" sz="1400">
                <a:ea typeface="+mn-lt"/>
                <a:cs typeface="+mn-lt"/>
              </a:rPr>
              <a:t>: Tests that no more accounts can be created when reaching the maximum limit.</a:t>
            </a:r>
            <a:endParaRPr lang="en-US" sz="1400"/>
          </a:p>
          <a:p>
            <a:pPr marL="742950" lvl="1" indent="-285750" defTabSz="914400">
              <a:buFont typeface="Arial"/>
              <a:buChar char="•"/>
            </a:pPr>
            <a:r>
              <a:rPr lang="en-US" sz="1400">
                <a:ea typeface="+mn-lt"/>
                <a:cs typeface="+mn-lt"/>
              </a:rPr>
              <a:t>Password Validation Tests: Various tests to validate password criteria such as length, capital letters, digits, and symbols.</a:t>
            </a:r>
            <a:endParaRPr lang="en-US" sz="1400"/>
          </a:p>
          <a:p>
            <a:pPr marL="171450" indent="-171450" defTabSz="914400">
              <a:buFont typeface="Arial"/>
              <a:buChar char="•"/>
            </a:pPr>
            <a:r>
              <a:rPr lang="en-US" sz="1400" b="1">
                <a:ea typeface="+mn-lt"/>
                <a:cs typeface="+mn-lt"/>
              </a:rPr>
              <a:t>Login Functionality Tests:</a:t>
            </a:r>
            <a:endParaRPr lang="en-US" sz="1400"/>
          </a:p>
          <a:p>
            <a:pPr marL="742950" lvl="1" indent="-285750" defTabSz="914400">
              <a:buFont typeface="Arial"/>
              <a:buChar char="•"/>
            </a:pPr>
            <a:r>
              <a:rPr lang="en-US" sz="1400" b="1" err="1">
                <a:ea typeface="+mn-lt"/>
                <a:cs typeface="+mn-lt"/>
              </a:rPr>
              <a:t>test_login_success</a:t>
            </a:r>
            <a:r>
              <a:rPr lang="en-US" sz="1400">
                <a:ea typeface="+mn-lt"/>
                <a:cs typeface="+mn-lt"/>
              </a:rPr>
              <a:t>: Checks if a user can successfully log in.</a:t>
            </a:r>
            <a:endParaRPr lang="en-US" sz="1400"/>
          </a:p>
          <a:p>
            <a:pPr marL="742950" lvl="1" indent="-285750" defTabSz="914400">
              <a:buFont typeface="Arial"/>
              <a:buChar char="•"/>
            </a:pPr>
            <a:r>
              <a:rPr lang="en-US" sz="1400" b="1" err="1">
                <a:ea typeface="+mn-lt"/>
                <a:cs typeface="+mn-lt"/>
              </a:rPr>
              <a:t>test_login_failure</a:t>
            </a:r>
            <a:r>
              <a:rPr lang="en-US" sz="1400">
                <a:ea typeface="+mn-lt"/>
                <a:cs typeface="+mn-lt"/>
              </a:rPr>
              <a:t>: Verifies unsuccessful login attempts.</a:t>
            </a:r>
            <a:endParaRPr lang="en-US" sz="1400"/>
          </a:p>
          <a:p>
            <a:pPr marL="742950" lvl="1" indent="-285750" defTabSz="914400">
              <a:buFont typeface="Arial"/>
              <a:buChar char="•"/>
            </a:pPr>
            <a:r>
              <a:rPr lang="en-US" sz="1400" b="1" err="1">
                <a:ea typeface="+mn-lt"/>
                <a:cs typeface="+mn-lt"/>
              </a:rPr>
              <a:t>test_login_on_next_attempt</a:t>
            </a:r>
            <a:r>
              <a:rPr lang="en-US" sz="1400">
                <a:ea typeface="+mn-lt"/>
                <a:cs typeface="+mn-lt"/>
              </a:rPr>
              <a:t>: Validates the login process after multiple attempts.</a:t>
            </a:r>
            <a:endParaRPr lang="en-US" sz="1400"/>
          </a:p>
          <a:p>
            <a:pPr marL="171450" indent="-171450" defTabSz="914400">
              <a:buFont typeface="Arial"/>
              <a:buChar char="•"/>
            </a:pPr>
            <a:r>
              <a:rPr lang="en-US" sz="1400" b="1">
                <a:ea typeface="+mn-lt"/>
                <a:cs typeface="+mn-lt"/>
              </a:rPr>
              <a:t>Profile and Privacy Policy Tests:</a:t>
            </a:r>
            <a:endParaRPr lang="en-US" sz="1400"/>
          </a:p>
          <a:p>
            <a:pPr marL="742950" lvl="1" indent="-285750" defTabSz="914400">
              <a:buFont typeface="Arial"/>
              <a:buChar char="•"/>
            </a:pPr>
            <a:r>
              <a:rPr lang="en-US" sz="1400">
                <a:ea typeface="+mn-lt"/>
                <a:cs typeface="+mn-lt"/>
              </a:rPr>
              <a:t>Tests related to displaying privacy policies, user agreements, and settings related to guest controls and languages.</a:t>
            </a:r>
            <a:endParaRPr lang="en-US" sz="1400"/>
          </a:p>
          <a:p>
            <a:pPr marL="171450" indent="-171450" defTabSz="914400">
              <a:buFont typeface="Arial"/>
              <a:buChar char="•"/>
            </a:pPr>
            <a:r>
              <a:rPr lang="en-US" sz="1400" b="1">
                <a:ea typeface="+mn-lt"/>
                <a:cs typeface="+mn-lt"/>
              </a:rPr>
              <a:t>Friend Request and Relationship Tests:</a:t>
            </a:r>
            <a:endParaRPr lang="en-US" sz="1400"/>
          </a:p>
          <a:p>
            <a:pPr marL="742950" lvl="1" indent="-285750" defTabSz="914400">
              <a:buFont typeface="Arial"/>
              <a:buChar char="•"/>
            </a:pPr>
            <a:r>
              <a:rPr lang="en-US" sz="1400">
                <a:ea typeface="+mn-lt"/>
                <a:cs typeface="+mn-lt"/>
              </a:rPr>
              <a:t>Tests related to sending and accepting friend requests, searching for users, and handling friend relationships.</a:t>
            </a:r>
            <a:endParaRPr lang="en-US" sz="1400"/>
          </a:p>
          <a:p>
            <a:pPr marL="171450" indent="-171450" defTabSz="914400">
              <a:buFont typeface="Arial"/>
              <a:buChar char="•"/>
            </a:pPr>
            <a:r>
              <a:rPr lang="en-US" sz="1400" b="1">
                <a:ea typeface="+mn-lt"/>
                <a:cs typeface="+mn-lt"/>
              </a:rPr>
              <a:t>Job Posting and Application Tests:</a:t>
            </a:r>
            <a:endParaRPr lang="en-US" sz="1400"/>
          </a:p>
          <a:p>
            <a:pPr marL="742950" lvl="1" indent="-285750" defTabSz="914400">
              <a:buFont typeface="Arial"/>
              <a:buChar char="•"/>
            </a:pPr>
            <a:r>
              <a:rPr lang="en-US" sz="1400" b="1" err="1">
                <a:ea typeface="+mn-lt"/>
                <a:cs typeface="+mn-lt"/>
              </a:rPr>
              <a:t>test_create_job</a:t>
            </a:r>
            <a:r>
              <a:rPr lang="en-US" sz="1400">
                <a:ea typeface="+mn-lt"/>
                <a:cs typeface="+mn-lt"/>
              </a:rPr>
              <a:t>: Checks if a job can be successfully posted.</a:t>
            </a:r>
            <a:endParaRPr lang="en-US" sz="1400"/>
          </a:p>
          <a:p>
            <a:pPr marL="742950" lvl="1" indent="-285750" defTabSz="914400">
              <a:buFont typeface="Arial"/>
              <a:buChar char="•"/>
            </a:pPr>
            <a:r>
              <a:rPr lang="en-US" sz="1400" b="1" err="1">
                <a:ea typeface="+mn-lt"/>
                <a:cs typeface="+mn-lt"/>
              </a:rPr>
              <a:t>test_create_job_when_max</a:t>
            </a:r>
            <a:r>
              <a:rPr lang="en-US" sz="1400">
                <a:ea typeface="+mn-lt"/>
                <a:cs typeface="+mn-lt"/>
              </a:rPr>
              <a:t>: Ensures that no more jobs can be created when reaching the maximum limit.</a:t>
            </a:r>
            <a:endParaRPr lang="en-US" sz="1400"/>
          </a:p>
          <a:p>
            <a:pPr marL="742950" lvl="1" indent="-285750" defTabSz="914400">
              <a:buFont typeface="Arial"/>
              <a:buChar char="•"/>
            </a:pPr>
            <a:r>
              <a:rPr lang="en-US" sz="1400">
                <a:ea typeface="+mn-lt"/>
                <a:cs typeface="+mn-lt"/>
              </a:rPr>
              <a:t>Tests related to job application, deletion of jobs, and their impact on applications.</a:t>
            </a:r>
            <a:endParaRPr lang="en-US" sz="1400"/>
          </a:p>
          <a:p>
            <a:pPr marL="171450" indent="-171450" defTabSz="914400">
              <a:buFont typeface="Arial"/>
              <a:buChar char="•"/>
            </a:pPr>
            <a:r>
              <a:rPr lang="en-US" sz="1400" b="1">
                <a:ea typeface="+mn-lt"/>
                <a:cs typeface="+mn-lt"/>
              </a:rPr>
              <a:t>Job Listing and Details Display Tests:</a:t>
            </a:r>
            <a:endParaRPr lang="en-US" sz="1400"/>
          </a:p>
          <a:p>
            <a:pPr marL="742950" lvl="1" indent="-285750" defTabSz="914400">
              <a:buFont typeface="Arial"/>
              <a:buChar char="•"/>
            </a:pPr>
            <a:r>
              <a:rPr lang="en-US" sz="1400" b="1" err="1">
                <a:ea typeface="+mn-lt"/>
                <a:cs typeface="+mn-lt"/>
              </a:rPr>
              <a:t>test_job_listing</a:t>
            </a:r>
            <a:r>
              <a:rPr lang="en-US" sz="1400">
                <a:ea typeface="+mn-lt"/>
                <a:cs typeface="+mn-lt"/>
              </a:rPr>
              <a:t>: Verifies the display of job listings.</a:t>
            </a:r>
            <a:endParaRPr lang="en-US" sz="1400"/>
          </a:p>
          <a:p>
            <a:pPr marL="742950" lvl="1" indent="-285750" defTabSz="914400">
              <a:buFont typeface="Arial"/>
              <a:buChar char="•"/>
            </a:pPr>
            <a:r>
              <a:rPr lang="en-US" sz="1400" b="1" err="1">
                <a:ea typeface="+mn-lt"/>
                <a:cs typeface="+mn-lt"/>
              </a:rPr>
              <a:t>test_job_details_display</a:t>
            </a:r>
            <a:r>
              <a:rPr lang="en-US" sz="1400">
                <a:ea typeface="+mn-lt"/>
                <a:cs typeface="+mn-lt"/>
              </a:rPr>
              <a:t>: Checks if job details are displayed correctly.</a:t>
            </a:r>
            <a:endParaRPr lang="en-US" sz="1400"/>
          </a:p>
          <a:p>
            <a:pPr marL="171450" indent="-171450" defTabSz="914400">
              <a:buFont typeface="Arial"/>
              <a:buChar char="•"/>
            </a:pPr>
            <a:r>
              <a:rPr lang="en-US" sz="1400" b="1">
                <a:ea typeface="+mn-lt"/>
                <a:cs typeface="+mn-lt"/>
              </a:rPr>
              <a:t>Other Functionality Tests:</a:t>
            </a:r>
            <a:endParaRPr lang="en-US" sz="1400"/>
          </a:p>
          <a:p>
            <a:pPr marL="742950" lvl="1" indent="-285750" defTabSz="914400">
              <a:buFont typeface="Arial"/>
              <a:buChar char="•"/>
            </a:pPr>
            <a:r>
              <a:rPr lang="en-US" sz="1400">
                <a:ea typeface="+mn-lt"/>
                <a:cs typeface="+mn-lt"/>
              </a:rPr>
              <a:t>Tests related to video playing, copyright notice, accessibility, brand policy, and more.</a:t>
            </a:r>
            <a:endParaRPr lang="en-US" sz="1400"/>
          </a:p>
          <a:p>
            <a:pPr defTabSz="914400">
              <a:spcAft>
                <a:spcPts val="600"/>
              </a:spcAft>
            </a:pPr>
            <a:endParaRPr lang="en-US" sz="2400"/>
          </a:p>
          <a:p>
            <a:pPr indent="-228600" defTabSz="914400">
              <a:spcAft>
                <a:spcPts val="600"/>
              </a:spcAft>
              <a:buFont typeface="System Font Regular"/>
              <a:buChar char="–"/>
            </a:pPr>
            <a:endParaRPr lang="en-US"/>
          </a:p>
        </p:txBody>
      </p:sp>
    </p:spTree>
    <p:extLst>
      <p:ext uri="{BB962C8B-B14F-4D97-AF65-F5344CB8AC3E}">
        <p14:creationId xmlns:p14="http://schemas.microsoft.com/office/powerpoint/2010/main" val="27982305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F291BE0-7A7E-D04F-974F-9F4577FB2F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3735" y="1096772"/>
            <a:ext cx="5571066"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ross 10">
            <a:extLst>
              <a:ext uri="{FF2B5EF4-FFF2-40B4-BE49-F238E27FC236}">
                <a16:creationId xmlns:a16="http://schemas.microsoft.com/office/drawing/2014/main" id="{BD33FF1F-6094-0B4A-A3E4-6B0D9283DB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29484"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78A6D9C-C7A5-414B-8CB7-E31470D7D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579E3846-8D0B-B14A-817A-7FAC9DDAB4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8B79655-1C32-6728-8842-A10D4B9855CD}"/>
              </a:ext>
            </a:extLst>
          </p:cNvPr>
          <p:cNvSpPr txBox="1"/>
          <p:nvPr/>
        </p:nvSpPr>
        <p:spPr>
          <a:xfrm>
            <a:off x="7493193" y="718603"/>
            <a:ext cx="4378575" cy="5161621"/>
          </a:xfrm>
          <a:prstGeom prst="rect">
            <a:avLst/>
          </a:prstGeom>
        </p:spPr>
        <p:txBody>
          <a:bodyPr vert="horz" lIns="91440" tIns="45720" rIns="91440" bIns="45720" rtlCol="0" anchor="t">
            <a:normAutofit/>
          </a:bodyPr>
          <a:lstStyle/>
          <a:p>
            <a:pPr defTabSz="914400">
              <a:spcBef>
                <a:spcPct val="0"/>
              </a:spcBef>
              <a:spcAft>
                <a:spcPts val="600"/>
              </a:spcAft>
            </a:pPr>
            <a:r>
              <a:rPr lang="en-US" sz="4400"/>
              <a:t>Thank you!</a:t>
            </a:r>
          </a:p>
          <a:p>
            <a:pPr defTabSz="914400">
              <a:spcBef>
                <a:spcPct val="0"/>
              </a:spcBef>
              <a:spcAft>
                <a:spcPts val="600"/>
              </a:spcAft>
            </a:pPr>
            <a:endParaRPr lang="en-US" sz="3600"/>
          </a:p>
          <a:p>
            <a:pPr defTabSz="914400">
              <a:spcBef>
                <a:spcPct val="0"/>
              </a:spcBef>
              <a:spcAft>
                <a:spcPts val="600"/>
              </a:spcAft>
            </a:pPr>
            <a:r>
              <a:rPr lang="en-US" sz="3600"/>
              <a:t>Please let us know if there are any questions or concerns.</a:t>
            </a:r>
          </a:p>
        </p:txBody>
      </p:sp>
      <p:pic>
        <p:nvPicPr>
          <p:cNvPr id="5" name="Picture 4" descr="Wood human figure">
            <a:extLst>
              <a:ext uri="{FF2B5EF4-FFF2-40B4-BE49-F238E27FC236}">
                <a16:creationId xmlns:a16="http://schemas.microsoft.com/office/drawing/2014/main" id="{E6CD2BC3-6ACA-689C-53DC-F2E58AEC1E1D}"/>
              </a:ext>
            </a:extLst>
          </p:cNvPr>
          <p:cNvPicPr>
            <a:picLocks noChangeAspect="1"/>
          </p:cNvPicPr>
          <p:nvPr/>
        </p:nvPicPr>
        <p:blipFill rotWithShape="1">
          <a:blip r:embed="rId2"/>
          <a:srcRect r="32281" b="-3"/>
          <a:stretch/>
        </p:blipFill>
        <p:spPr>
          <a:xfrm>
            <a:off x="20" y="10"/>
            <a:ext cx="6967738" cy="6857990"/>
          </a:xfrm>
          <a:prstGeom prst="rect">
            <a:avLst/>
          </a:prstGeom>
        </p:spPr>
      </p:pic>
      <p:sp>
        <p:nvSpPr>
          <p:cNvPr id="17" name="Cross 16">
            <a:extLst>
              <a:ext uri="{FF2B5EF4-FFF2-40B4-BE49-F238E27FC236}">
                <a16:creationId xmlns:a16="http://schemas.microsoft.com/office/drawing/2014/main" id="{A12C7CBA-A034-9548-BC45-D37C25C008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6032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449ED22-D9F5-F848-A98A-7181D4EE7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3666"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5651497"/>
      </p:ext>
    </p:extLst>
  </p:cSld>
  <p:clrMapOvr>
    <a:masterClrMapping/>
  </p:clrMapOvr>
</p:sld>
</file>

<file path=ppt/theme/theme1.xml><?xml version="1.0" encoding="utf-8"?>
<a:theme xmlns:a="http://schemas.openxmlformats.org/drawingml/2006/main" name="MadridVTI">
  <a:themeElements>
    <a:clrScheme name="AnalogousFromRegularSeed_2SEEDS">
      <a:dk1>
        <a:srgbClr val="000000"/>
      </a:dk1>
      <a:lt1>
        <a:srgbClr val="FFFFFF"/>
      </a:lt1>
      <a:dk2>
        <a:srgbClr val="1B2F2E"/>
      </a:dk2>
      <a:lt2>
        <a:srgbClr val="F3F1F0"/>
      </a:lt2>
      <a:accent1>
        <a:srgbClr val="3B9EB1"/>
      </a:accent1>
      <a:accent2>
        <a:srgbClr val="46B196"/>
      </a:accent2>
      <a:accent3>
        <a:srgbClr val="4D7EC3"/>
      </a:accent3>
      <a:accent4>
        <a:srgbClr val="B13B3E"/>
      </a:accent4>
      <a:accent5>
        <a:srgbClr val="C37B4D"/>
      </a:accent5>
      <a:accent6>
        <a:srgbClr val="B19A3B"/>
      </a:accent6>
      <a:hlink>
        <a:srgbClr val="C05944"/>
      </a:hlink>
      <a:folHlink>
        <a:srgbClr val="7F7F7F"/>
      </a:folHlink>
    </a:clrScheme>
    <a:fontScheme name="Madrid">
      <a:majorFont>
        <a:latin typeface="Seaford Display"/>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dridVTI" id="{5F675924-ADDD-6B4C-A2D4-69150D1F0C16}" vid="{BEA84270-19BD-7342-8ABF-EFF1668AF1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{CC107BB8-FB0E-5646-B4BC-E1BBAA05E122}tf10001072</Template>
  <Application>Microsoft Office PowerPoint</Application>
  <PresentationFormat>Widescreen</PresentationFormat>
  <Slides>27</Slides>
  <Notes>1</Notes>
  <HiddenSlides>0</HiddenSlide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MadridVTI</vt:lpstr>
      <vt:lpstr>InCollege</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Code Design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InCollege</dc:title>
  <dc:creator>Diya Jain</dc:creator>
  <cp:revision>2</cp:revision>
  <dcterms:created xsi:type="dcterms:W3CDTF">2023-11-16T01:47:30Z</dcterms:created>
  <dcterms:modified xsi:type="dcterms:W3CDTF">2023-11-16T19:53:19Z</dcterms:modified>
</cp:coreProperties>
</file>